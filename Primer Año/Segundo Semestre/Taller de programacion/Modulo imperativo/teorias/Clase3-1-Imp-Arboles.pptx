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003" r:id="rId1"/>
  </p:sldMasterIdLst>
  <p:notesMasterIdLst>
    <p:notesMasterId r:id="rId20"/>
  </p:notesMasterIdLst>
  <p:handoutMasterIdLst>
    <p:handoutMasterId r:id="rId21"/>
  </p:handoutMasterIdLst>
  <p:sldIdLst>
    <p:sldId id="463" r:id="rId2"/>
    <p:sldId id="730" r:id="rId3"/>
    <p:sldId id="256" r:id="rId4"/>
    <p:sldId id="588" r:id="rId5"/>
    <p:sldId id="763" r:id="rId6"/>
    <p:sldId id="776" r:id="rId7"/>
    <p:sldId id="777" r:id="rId8"/>
    <p:sldId id="778" r:id="rId9"/>
    <p:sldId id="779" r:id="rId10"/>
    <p:sldId id="780" r:id="rId11"/>
    <p:sldId id="781" r:id="rId12"/>
    <p:sldId id="783" r:id="rId13"/>
    <p:sldId id="787" r:id="rId14"/>
    <p:sldId id="784" r:id="rId15"/>
    <p:sldId id="785" r:id="rId16"/>
    <p:sldId id="786" r:id="rId17"/>
    <p:sldId id="788" r:id="rId18"/>
    <p:sldId id="790" r:id="rId19"/>
  </p:sldIdLst>
  <p:sldSz cx="12192000" cy="6858000"/>
  <p:notesSz cx="6794500" cy="9925050"/>
  <p:defaultTextStyle>
    <a:defPPr>
      <a:defRPr lang="es-ES_tradnl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000000"/>
    <a:srgbClr val="FF33CC"/>
    <a:srgbClr val="CC3399"/>
    <a:srgbClr val="D60093"/>
    <a:srgbClr val="FF66CC"/>
    <a:srgbClr val="66CCFF"/>
    <a:srgbClr val="E5E3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37" autoAdjust="0"/>
  </p:normalViewPr>
  <p:slideViewPr>
    <p:cSldViewPr>
      <p:cViewPr>
        <p:scale>
          <a:sx n="54" d="100"/>
          <a:sy n="54" d="100"/>
        </p:scale>
        <p:origin x="500" y="8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770"/>
    </p:cViewPr>
  </p:sorterViewPr>
  <p:notesViewPr>
    <p:cSldViewPr>
      <p:cViewPr>
        <p:scale>
          <a:sx n="66" d="100"/>
          <a:sy n="66" d="100"/>
        </p:scale>
        <p:origin x="-3264" y="-72"/>
      </p:cViewPr>
      <p:guideLst>
        <p:guide orient="horz" pos="3126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3D5CB296-EFA6-B9FC-8198-6BE52A61A26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B87BF761-B2BB-A2C9-077C-4402E593181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4812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8372" name="Rectangle 4">
            <a:extLst>
              <a:ext uri="{FF2B5EF4-FFF2-40B4-BE49-F238E27FC236}">
                <a16:creationId xmlns:a16="http://schemas.microsoft.com/office/drawing/2014/main" id="{B3D7D28F-9BF5-85D4-1F47-79B1379E5D7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4813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8373" name="Rectangle 5">
            <a:extLst>
              <a:ext uri="{FF2B5EF4-FFF2-40B4-BE49-F238E27FC236}">
                <a16:creationId xmlns:a16="http://schemas.microsoft.com/office/drawing/2014/main" id="{359F4E74-2F48-CA0E-E696-79D17B75ABB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163"/>
            <a:ext cx="2944812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1F9AA67B-E5DC-4438-8DC7-031F2AE199A4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26B25E1F-3771-CFB7-C62F-08FA207DCF2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FE3DEBB8-7E3D-A1C1-BD52-B6FD5673D0B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895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F1303F12-18C7-456E-0DD9-F5B8954BC4B2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73025" y="762000"/>
            <a:ext cx="6635750" cy="3733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1077" name="Rectangle 5">
            <a:extLst>
              <a:ext uri="{FF2B5EF4-FFF2-40B4-BE49-F238E27FC236}">
                <a16:creationId xmlns:a16="http://schemas.microsoft.com/office/drawing/2014/main" id="{E8FFFE87-B75E-41CB-B5B6-E2FABDF1CA3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724400"/>
            <a:ext cx="49530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131078" name="Rectangle 6">
            <a:extLst>
              <a:ext uri="{FF2B5EF4-FFF2-40B4-BE49-F238E27FC236}">
                <a16:creationId xmlns:a16="http://schemas.microsoft.com/office/drawing/2014/main" id="{D339D74D-1AFC-661E-6E03-E6AAB617086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8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31079" name="Rectangle 7">
            <a:extLst>
              <a:ext uri="{FF2B5EF4-FFF2-40B4-BE49-F238E27FC236}">
                <a16:creationId xmlns:a16="http://schemas.microsoft.com/office/drawing/2014/main" id="{3D2B2C12-70C3-5FCF-5469-CFF6F6C3B6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448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8116AA1-5D48-447E-9739-7586AB903BC3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F1449DB8-A0CA-C34D-2A67-B7ACD93001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26FF0C9-8472-42D8-8E52-38174030059A}" type="slidenum">
              <a:rPr lang="es-ES" altLang="es-AR" smtClean="0"/>
              <a:pPr>
                <a:spcBef>
                  <a:spcPct val="0"/>
                </a:spcBef>
              </a:pPr>
              <a:t>1</a:t>
            </a:fld>
            <a:endParaRPr lang="es-ES" altLang="es-AR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E7D4ED6B-2684-4575-106C-780C2009854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5E90C87B-D5C5-DBF4-5D30-18F29D6E5A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s-A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4B554B2F-E7F4-6CB7-6FA0-E1E97C1256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0A74DFA-F107-4C14-A272-A2CE9B0B709F}" type="slidenum">
              <a:rPr lang="es-ES" altLang="es-AR" smtClean="0"/>
              <a:pPr>
                <a:spcBef>
                  <a:spcPct val="0"/>
                </a:spcBef>
              </a:pPr>
              <a:t>2</a:t>
            </a:fld>
            <a:endParaRPr lang="es-ES" altLang="es-AR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90D0CAFD-F5F3-D2F2-366D-D44AF66D57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F191B917-A6BF-F731-7DDB-37442E8A07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s-ES" altLang="es-AR"/>
              <a:t>Hay algunas diapositivas que tenemos que decidir que hacer……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83998C72-DCFE-0853-0711-DFF18E3F8C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7A9C008-28F7-4105-ADBA-FE880EECBE57}" type="slidenum">
              <a:rPr lang="es-ES" altLang="es-AR" smtClean="0"/>
              <a:pPr>
                <a:spcBef>
                  <a:spcPct val="0"/>
                </a:spcBef>
              </a:pPr>
              <a:t>3</a:t>
            </a:fld>
            <a:endParaRPr lang="es-ES" altLang="es-AR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862E8325-F56D-7D0C-9521-72BF65EE7D4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EA29AF0A-44DB-CA4C-3DBA-1C953B44C2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s-ES" altLang="es-AR"/>
              <a:t>Hay algunas diapositivas que tenemos que decidir que hacer……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EAD38723-AD10-6AF4-A31B-643D426CE6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2179D55-A03A-49C2-8D2A-E28D787EFC2D}" type="slidenum">
              <a:rPr lang="es-ES" altLang="es-AR" smtClean="0"/>
              <a:pPr>
                <a:spcBef>
                  <a:spcPct val="0"/>
                </a:spcBef>
              </a:pPr>
              <a:t>4</a:t>
            </a:fld>
            <a:endParaRPr lang="es-ES" altLang="es-AR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BAD6002B-CAF3-DECE-FAEC-31ABFA1966E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6F236FB4-5C42-53E7-C785-8F31C9E52F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352E4CC2-2DD7-8AF5-5EAC-E245CBD686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4C14D37-3B20-4D11-B714-0FAE9A9AD8D8}" type="slidenum">
              <a:rPr lang="es-ES" altLang="es-AR" smtClean="0"/>
              <a:pPr>
                <a:spcBef>
                  <a:spcPct val="0"/>
                </a:spcBef>
              </a:pPr>
              <a:t>5</a:t>
            </a:fld>
            <a:endParaRPr lang="es-ES" altLang="es-AR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C45425D6-C3E8-E652-C6FC-83EF00BBDF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8175D7B0-91D0-6382-7A99-8CAC10FD70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5C999871-6CA1-15E3-6D7C-1A0AACBF0C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4DA50F0-9091-42FA-83DA-D374DF94AD55}" type="slidenum">
              <a:rPr lang="es-ES" altLang="es-AR" smtClean="0"/>
              <a:pPr>
                <a:spcBef>
                  <a:spcPct val="0"/>
                </a:spcBef>
              </a:pPr>
              <a:t>6</a:t>
            </a:fld>
            <a:endParaRPr lang="es-ES" altLang="es-AR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FEC6ED56-4F9D-0361-289C-3C03E28993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C2D5FCB6-5005-D76E-E375-C48934ED20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004C3C10-D448-329D-7B7C-7BC6371202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C6F0C37-ECA6-4CE6-9D80-E1C4D95E4B10}" type="slidenum">
              <a:rPr lang="es-ES" altLang="es-AR" smtClean="0"/>
              <a:pPr>
                <a:spcBef>
                  <a:spcPct val="0"/>
                </a:spcBef>
              </a:pPr>
              <a:t>7</a:t>
            </a:fld>
            <a:endParaRPr lang="es-ES" altLang="es-AR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E619CBEF-F5A9-5031-5A26-4D8738A686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CE202165-4E43-8593-3305-29FEF3EC9B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052D65F5-EA6A-4EFF-4D21-BE5AA0A14D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F7137B7-2F75-419D-90AE-98BE82D79C81}" type="slidenum">
              <a:rPr lang="es-ES" altLang="es-AR" smtClean="0"/>
              <a:pPr>
                <a:spcBef>
                  <a:spcPct val="0"/>
                </a:spcBef>
              </a:pPr>
              <a:t>8</a:t>
            </a:fld>
            <a:endParaRPr lang="es-ES" altLang="es-AR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8517EB9-C09B-BAD6-E429-A8F6931D44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260009FF-757E-4139-E0DE-E58DE326B0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2B0117D3-2601-9A95-E05A-CEF5EBDD20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B53A746-DE37-4A7B-8EB2-538D23BEBF63}" type="slidenum">
              <a:rPr lang="es-ES" altLang="es-AR" smtClean="0"/>
              <a:pPr>
                <a:spcBef>
                  <a:spcPct val="0"/>
                </a:spcBef>
              </a:pPr>
              <a:t>9</a:t>
            </a:fld>
            <a:endParaRPr lang="es-ES" altLang="es-AR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44E3B40A-A564-2AF5-1057-17595970B2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4C18E9B0-19D4-74CF-DC5F-DBE24678CE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3438BB9E-A623-D980-B775-0D55DEF187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0A3A315-9C7C-4775-8CD4-633F67639CD2}" type="slidenum">
              <a:rPr lang="es-ES" altLang="es-AR" smtClean="0"/>
              <a:pPr>
                <a:spcBef>
                  <a:spcPct val="0"/>
                </a:spcBef>
              </a:pPr>
              <a:t>10</a:t>
            </a:fld>
            <a:endParaRPr lang="es-ES" altLang="es-AR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DFF2D042-A6E5-9593-B9A8-FC72882317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46EB3512-F456-ADB3-846B-31398EDA33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8E41EC71-5DBB-74D0-3576-05C6FF9DE7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8240BB0-5B29-4224-B6E1-E035C902AE1A}" type="slidenum">
              <a:rPr lang="es-ES" altLang="es-AR" smtClean="0"/>
              <a:pPr>
                <a:spcBef>
                  <a:spcPct val="0"/>
                </a:spcBef>
              </a:pPr>
              <a:t>11</a:t>
            </a:fld>
            <a:endParaRPr lang="es-ES" altLang="es-AR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70C2A4B4-71C9-0EC0-F9E2-81354A1FA0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63F2BBCD-CB73-4DF4-A5F2-E890E740BF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024DC450-B918-5847-929A-8DD1CAA340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B15F09E-F2EA-48E7-9144-CEF586B9A453}" type="slidenum">
              <a:rPr lang="es-ES" altLang="es-AR" smtClean="0"/>
              <a:pPr>
                <a:spcBef>
                  <a:spcPct val="0"/>
                </a:spcBef>
              </a:pPr>
              <a:t>12</a:t>
            </a:fld>
            <a:endParaRPr lang="es-ES" altLang="es-AR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9F89D2F6-6020-F903-CA81-B7CF3D71DB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27CB7978-2FF7-BCEA-C6C1-F52B565D4A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0E9713FA-CA6F-6544-942D-CC0073C2A2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E6209E2-CFD1-475D-BACC-496F9BF49813}" type="slidenum">
              <a:rPr lang="es-ES" altLang="es-AR" smtClean="0"/>
              <a:pPr>
                <a:spcBef>
                  <a:spcPct val="0"/>
                </a:spcBef>
              </a:pPr>
              <a:t>13</a:t>
            </a:fld>
            <a:endParaRPr lang="es-ES" altLang="es-AR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C71017FB-33A8-19D7-772F-07F39EAAD1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CDC764B7-6A53-F076-3A08-77C17439E6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E838F2A1-9FCA-13A4-5C1D-BF223AD66D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FF158B1-CBB4-451E-B32C-B7E1973D449B}" type="slidenum">
              <a:rPr lang="es-ES" altLang="es-AR" smtClean="0"/>
              <a:pPr>
                <a:spcBef>
                  <a:spcPct val="0"/>
                </a:spcBef>
              </a:pPr>
              <a:t>14</a:t>
            </a:fld>
            <a:endParaRPr lang="es-ES" altLang="es-AR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CA7E632F-EEBA-449F-2BBA-EBC21DA3B9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BD7B3978-25A0-551C-9B9B-71054A5271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04D7421D-69DA-5C47-D01E-1A1598EED6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1A4EA5C-F5D9-4C1B-A31C-B50306A4D052}" type="slidenum">
              <a:rPr lang="es-ES" altLang="es-AR" smtClean="0"/>
              <a:pPr>
                <a:spcBef>
                  <a:spcPct val="0"/>
                </a:spcBef>
              </a:pPr>
              <a:t>15</a:t>
            </a:fld>
            <a:endParaRPr lang="es-ES" altLang="es-AR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F5CD0FA2-AB96-9D69-876C-24131A778D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C07FC708-0288-2E86-1C55-80CB401CDF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CBEAB4CD-F135-3D1E-5BC4-16ED16A288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61B5CF5-ABFE-41C2-8E73-A61B40FC7C7F}" type="slidenum">
              <a:rPr lang="es-ES" altLang="es-AR" smtClean="0"/>
              <a:pPr>
                <a:spcBef>
                  <a:spcPct val="0"/>
                </a:spcBef>
              </a:pPr>
              <a:t>16</a:t>
            </a:fld>
            <a:endParaRPr lang="es-ES" altLang="es-AR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2FB6DB68-25DE-B213-27C0-EF907DA862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943B2EA0-268D-95EB-19F3-159006DD0D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6EEBD09F-D343-CCBC-B37C-D3E1C93214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6FA332E-8603-4918-83F9-9D0540CB6A00}" type="slidenum">
              <a:rPr lang="es-ES" altLang="es-AR" smtClean="0"/>
              <a:pPr>
                <a:spcBef>
                  <a:spcPct val="0"/>
                </a:spcBef>
              </a:pPr>
              <a:t>18</a:t>
            </a:fld>
            <a:endParaRPr lang="es-ES" altLang="es-AR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09B63A30-1DDA-8F64-12E4-B1B2D51D4F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BB6C353C-03D3-54B8-C444-E5BEC0C0D8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2231F-6070-BF5E-3F1C-07653E8A5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_tradnl"/>
              <a:t>Clase 1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D7102-B68E-E4CF-14C6-F0F46F341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Algoritmos, Datos y Programas 2010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BFF04-7D2E-D61F-6A5E-E52B60CFC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65A837-4ED2-44A6-AA5C-01510490176C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223807979"/>
      </p:ext>
    </p:extLst>
  </p:cSld>
  <p:clrMapOvr>
    <a:masterClrMapping/>
  </p:clrMapOvr>
  <p:transition spd="slow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D833F-0D55-EFDA-C6A0-42C50B3B8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_tradnl"/>
              <a:t>Clase 1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38BBE-82AA-5B3A-8EA9-4AE3B264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Algoritmos, Datos y Programas 2010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7DB73-B4D5-3DAB-110E-1940718AE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7505F0-F702-46B6-A563-3E9DA31525F3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1582807351"/>
      </p:ext>
    </p:extLst>
  </p:cSld>
  <p:clrMapOvr>
    <a:masterClrMapping/>
  </p:clrMapOvr>
  <p:transition spd="slow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5A7DF-585A-D964-DE1B-D43A4D33B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_tradnl"/>
              <a:t>Clase 1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DB9F6-FA96-9A87-61B5-CCFE97FDD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Algoritmos, Datos y Programas 2010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DAA5-D9E8-3EAE-BB6D-7977312F9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BA64FE-9453-4B46-8913-08D91953D9F8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3805724667"/>
      </p:ext>
    </p:extLst>
  </p:cSld>
  <p:clrMapOvr>
    <a:masterClrMapping/>
  </p:clrMapOvr>
  <p:transition spd="slow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2"/>
            <a:ext cx="5181600" cy="4351337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2"/>
            <a:ext cx="5181600" cy="4351337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AF7173-22E0-2015-48A2-D523E0946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_tradnl"/>
              <a:t>Clase 1</a:t>
            </a:r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F443C8-6EF9-337B-0FC6-F963AA8DB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Algoritmos, Datos y Programas 2010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579AA-458D-4264-C6ED-0484A7C32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D58E7A-FC8B-45E8-B113-1C42C56FB7BE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2953580709"/>
      </p:ext>
    </p:extLst>
  </p:cSld>
  <p:clrMapOvr>
    <a:masterClrMapping/>
  </p:clrMapOvr>
  <p:transition spd="slow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2"/>
            <a:ext cx="5156200" cy="368052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7552"/>
            <a:ext cx="5181601" cy="368052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6F495D2C-FDD2-2082-15BB-DC2B05DF3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_tradnl"/>
              <a:t>Clase 1</a:t>
            </a:r>
            <a:endParaRPr lang="es-ES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C9F68D71-AD8D-CCF4-65CE-35F18CA07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Algoritmos, Datos y Programas 2010</a:t>
            </a: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B63C8EEE-FB33-3E56-3774-79356382F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42D1C6-30F6-4577-AE88-38C60A49E903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780719842"/>
      </p:ext>
    </p:extLst>
  </p:cSld>
  <p:clrMapOvr>
    <a:masterClrMapping/>
  </p:clrMapOvr>
  <p:transition spd="slow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9E1AF51-73E8-B352-6D16-510655596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_tradnl"/>
              <a:t>Clase 1</a:t>
            </a:r>
            <a:endParaRPr lang="es-E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FB5F8BC-790B-38AA-EEFD-68E47C413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Algoritmos, Datos y Programas 2012</a:t>
            </a:r>
            <a:endParaRPr lang="es-E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BF6FE0F-31D8-9B0F-BB6F-3F65C4C1A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E1A6AD-D82F-49E9-A96B-F1D172DDAF3A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4249968127"/>
      </p:ext>
    </p:extLst>
  </p:cSld>
  <p:clrMapOvr>
    <a:masterClrMapping/>
  </p:clrMapOvr>
  <p:transition spd="slow">
    <p:random/>
  </p:transition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9900375"/>
      </p:ext>
    </p:extLst>
  </p:cSld>
  <p:clrMapOvr>
    <a:masterClrMapping/>
  </p:clrMapOvr>
  <p:transition spd="slow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2"/>
            <a:ext cx="393192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FFE97-313C-7678-6A24-9D597D002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_tradnl"/>
              <a:t>Clase 1</a:t>
            </a:r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C80C1E-225C-B78C-9EE8-BD372A243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Algoritmos, Datos y Programas 2010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6F161-4192-9007-F652-DCC895FB8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CED58D-6CBC-4379-A2EE-DF1A577B8FBF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3169375232"/>
      </p:ext>
    </p:extLst>
  </p:cSld>
  <p:clrMapOvr>
    <a:masterClrMapping/>
  </p:clrMapOvr>
  <p:transition spd="slow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626B7A-BAAE-E88D-83B1-CEEDE742B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_tradnl"/>
              <a:t>Clase 1</a:t>
            </a:r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14EC7C-56AA-6341-D137-9C79C1DCE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Algoritmos, Datos y Programas 2010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BAE89A-ED96-8030-D530-A0DCB7840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878777-133D-4CF0-9A60-9BD5190E902C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3289062995"/>
      </p:ext>
    </p:extLst>
  </p:cSld>
  <p:clrMapOvr>
    <a:masterClrMapping/>
  </p:clrMapOvr>
  <p:transition spd="slow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179F0-AFB1-0643-65D0-A7550D6F5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_tradnl"/>
              <a:t>Clase 1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1BF95-B6D5-CA92-A91A-B944354F3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Algoritmos, Datos y Programas 2010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F5293-8A5C-C459-BD19-A88C5F2BB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C69538-010B-49A4-A11A-18A8B1DBDD9B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2478763966"/>
      </p:ext>
    </p:extLst>
  </p:cSld>
  <p:clrMapOvr>
    <a:masterClrMapping/>
  </p:clrMapOvr>
  <p:transition spd="slow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0362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0364"/>
            <a:ext cx="7734300" cy="581183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013BA-419F-D219-8F3C-CC8D4AEF1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_tradnl"/>
              <a:t>Clase 1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B2393-AEF7-C409-3728-5B4C9C783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Algoritmos, Datos y Programas 2010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C3D55-4E0C-387E-1F1E-81C5E5A43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D96C0D-2836-473A-B36C-A720C0C9F19E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2527736381"/>
      </p:ext>
    </p:extLst>
  </p:cSld>
  <p:clrMapOvr>
    <a:masterClrMapping/>
  </p:clrMapOvr>
  <p:transition spd="slow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892CB39E-F8AE-93A9-A2D4-CBDF27B7D80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4455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/>
              <a:t>Haga clic para modificar el estilo de título del patrón</a:t>
            </a:r>
            <a:endParaRPr lang="en-US" altLang="es-E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DDB180BA-E069-81CB-0875-3597D34CA44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44550" y="1828800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/>
              <a:t>Haga clic para modificar el estilo de texto del patrón</a:t>
            </a:r>
          </a:p>
          <a:p>
            <a:pPr lvl="1"/>
            <a:r>
              <a:rPr lang="es-ES" altLang="es-ES"/>
              <a:t>Segundo nivel</a:t>
            </a:r>
          </a:p>
          <a:p>
            <a:pPr lvl="2"/>
            <a:r>
              <a:rPr lang="es-ES" altLang="es-ES"/>
              <a:t>Tercer nivel</a:t>
            </a:r>
          </a:p>
          <a:p>
            <a:pPr lvl="3"/>
            <a:r>
              <a:rPr lang="es-ES" altLang="es-ES"/>
              <a:t>Cuarto nivel</a:t>
            </a:r>
          </a:p>
          <a:p>
            <a:pPr lvl="4"/>
            <a:r>
              <a:rPr lang="es-ES" altLang="es-ES"/>
              <a:t>Quinto nivel</a:t>
            </a:r>
            <a:endParaRPr lang="en-US" alt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138E3-C01F-A19A-0257-2F4C6FF2F3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r>
              <a:rPr lang="es-ES_tradnl"/>
              <a:t>Clase 1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BE504-F018-8133-5655-1469134D9B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r>
              <a:rPr lang="es-ES"/>
              <a:t>Algoritmos, Datos y Programas 2012</a:t>
            </a:r>
            <a:endParaRPr lang="es-E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B2F8A-9718-F175-8625-1F6FFBD9A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8DDFE4F9-7AC5-4158-BB7A-0E55BD5E8D12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03" r:id="rId1"/>
    <p:sldLayoutId id="2147484804" r:id="rId2"/>
    <p:sldLayoutId id="2147484805" r:id="rId3"/>
    <p:sldLayoutId id="2147484806" r:id="rId4"/>
    <p:sldLayoutId id="2147484807" r:id="rId5"/>
    <p:sldLayoutId id="2147484802" r:id="rId6"/>
    <p:sldLayoutId id="2147484808" r:id="rId7"/>
    <p:sldLayoutId id="2147484809" r:id="rId8"/>
    <p:sldLayoutId id="2147484810" r:id="rId9"/>
    <p:sldLayoutId id="2147484811" r:id="rId10"/>
    <p:sldLayoutId id="2147484812" r:id="rId11"/>
  </p:sldLayoutIdLst>
  <p:transition spd="slow">
    <p:random/>
  </p:transition>
  <p:hf hdr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Imagen 10">
            <a:extLst>
              <a:ext uri="{FF2B5EF4-FFF2-40B4-BE49-F238E27FC236}">
                <a16:creationId xmlns:a16="http://schemas.microsoft.com/office/drawing/2014/main" id="{FEC97191-5C76-D344-0DBE-7C4E3A96D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200" y="285750"/>
            <a:ext cx="10261600" cy="654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9">
            <a:extLst>
              <a:ext uri="{FF2B5EF4-FFF2-40B4-BE49-F238E27FC236}">
                <a16:creationId xmlns:a16="http://schemas.microsoft.com/office/drawing/2014/main" id="{8651033D-93BC-9563-9C7D-8C9D8A751E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351088" y="3530600"/>
            <a:ext cx="7308850" cy="2782888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s-ES_tradnl" altLang="es-AR" sz="7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TALLER DE</a:t>
            </a:r>
            <a:br>
              <a:rPr lang="es-ES_tradnl" altLang="es-AR" sz="7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</a:br>
            <a:r>
              <a:rPr lang="es-ES_tradnl" altLang="es-AR" sz="7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 PROGRAMACION</a:t>
            </a:r>
          </a:p>
        </p:txBody>
      </p:sp>
    </p:spTree>
  </p:cSld>
  <p:clrMapOvr>
    <a:masterClrMapping/>
  </p:clrMapOvr>
  <p:transition spd="slow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: esquinas diagonales redondeadas 5">
            <a:extLst>
              <a:ext uri="{FF2B5EF4-FFF2-40B4-BE49-F238E27FC236}">
                <a16:creationId xmlns:a16="http://schemas.microsoft.com/office/drawing/2014/main" id="{EE8837A2-A441-2B46-AEEE-793FF929824D}"/>
              </a:ext>
            </a:extLst>
          </p:cNvPr>
          <p:cNvSpPr/>
          <p:nvPr/>
        </p:nvSpPr>
        <p:spPr>
          <a:xfrm>
            <a:off x="263525" y="260350"/>
            <a:ext cx="11664950" cy="1152525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18BDD07-3518-9F5A-CFD5-6C31103340CE}"/>
              </a:ext>
            </a:extLst>
          </p:cNvPr>
          <p:cNvSpPr txBox="1"/>
          <p:nvPr/>
        </p:nvSpPr>
        <p:spPr>
          <a:xfrm>
            <a:off x="407988" y="328613"/>
            <a:ext cx="6389687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6000" b="1" dirty="0">
                <a:solidFill>
                  <a:schemeClr val="accent4"/>
                </a:solidFill>
                <a:latin typeface="Agency FB" panose="020B0503020202020204" pitchFamily="34" charset="0"/>
              </a:rPr>
              <a:t>Cómo vamos a Trabajar</a:t>
            </a:r>
            <a:endParaRPr lang="es-AR" sz="6000" b="1" dirty="0">
              <a:solidFill>
                <a:schemeClr val="accent4"/>
              </a:solidFill>
              <a:latin typeface="Agency FB" panose="020B0503020202020204" pitchFamily="34" charset="0"/>
            </a:endParaRPr>
          </a:p>
        </p:txBody>
      </p:sp>
      <p:sp>
        <p:nvSpPr>
          <p:cNvPr id="12" name="6 CuadroTexto">
            <a:extLst>
              <a:ext uri="{FF2B5EF4-FFF2-40B4-BE49-F238E27FC236}">
                <a16:creationId xmlns:a16="http://schemas.microsoft.com/office/drawing/2014/main" id="{FA77DCEA-8ECD-E28B-602D-D618D9F125F6}"/>
              </a:ext>
            </a:extLst>
          </p:cNvPr>
          <p:cNvSpPr txBox="1"/>
          <p:nvPr/>
        </p:nvSpPr>
        <p:spPr bwMode="auto">
          <a:xfrm>
            <a:off x="292100" y="1700213"/>
            <a:ext cx="8713788" cy="70802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buClr>
                <a:srgbClr val="FFCC66"/>
              </a:buClr>
              <a:defRPr/>
            </a:pPr>
            <a:r>
              <a:rPr lang="es-ES" sz="4000" dirty="0">
                <a:latin typeface="Agency FB" panose="020B0503020202020204" pitchFamily="34" charset="0"/>
              </a:rPr>
              <a:t>Planteo de un tema</a:t>
            </a:r>
            <a:endParaRPr lang="es-ES_tradnl" sz="4000" dirty="0">
              <a:latin typeface="Agency FB" panose="020B0503020202020204" pitchFamily="34" charset="0"/>
            </a:endParaRPr>
          </a:p>
        </p:txBody>
      </p:sp>
      <p:sp>
        <p:nvSpPr>
          <p:cNvPr id="21" name="6 CuadroTexto">
            <a:extLst>
              <a:ext uri="{FF2B5EF4-FFF2-40B4-BE49-F238E27FC236}">
                <a16:creationId xmlns:a16="http://schemas.microsoft.com/office/drawing/2014/main" id="{80885A60-C779-BD39-6883-22337B2991FD}"/>
              </a:ext>
            </a:extLst>
          </p:cNvPr>
          <p:cNvSpPr txBox="1"/>
          <p:nvPr/>
        </p:nvSpPr>
        <p:spPr bwMode="auto">
          <a:xfrm>
            <a:off x="292100" y="5745163"/>
            <a:ext cx="8713788" cy="70802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buClr>
                <a:srgbClr val="FFCC66"/>
              </a:buClr>
              <a:defRPr/>
            </a:pPr>
            <a:r>
              <a:rPr lang="es-ES" sz="4000" dirty="0">
                <a:latin typeface="Agency FB" panose="020B0503020202020204" pitchFamily="34" charset="0"/>
              </a:rPr>
              <a:t>Formulario de preguntas</a:t>
            </a:r>
            <a:endParaRPr lang="es-ES_tradnl" sz="4000" dirty="0">
              <a:latin typeface="Agency FB" panose="020B0503020202020204" pitchFamily="34" charset="0"/>
            </a:endParaRPr>
          </a:p>
        </p:txBody>
      </p:sp>
      <p:sp>
        <p:nvSpPr>
          <p:cNvPr id="24" name="6 CuadroTexto">
            <a:extLst>
              <a:ext uri="{FF2B5EF4-FFF2-40B4-BE49-F238E27FC236}">
                <a16:creationId xmlns:a16="http://schemas.microsoft.com/office/drawing/2014/main" id="{4FA3E896-953E-6DD0-F6C4-BEA1A3B75338}"/>
              </a:ext>
            </a:extLst>
          </p:cNvPr>
          <p:cNvSpPr txBox="1"/>
          <p:nvPr/>
        </p:nvSpPr>
        <p:spPr bwMode="auto">
          <a:xfrm>
            <a:off x="1270000" y="2551113"/>
            <a:ext cx="8713788" cy="316865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buClr>
                <a:srgbClr val="FFCC66"/>
              </a:buClr>
              <a:defRPr/>
            </a:pPr>
            <a:r>
              <a:rPr lang="es-ES" sz="4000" dirty="0">
                <a:latin typeface="Agency FB" panose="020B0503020202020204" pitchFamily="34" charset="0"/>
              </a:rPr>
              <a:t>Conceptos teóricos</a:t>
            </a:r>
          </a:p>
          <a:p>
            <a:pPr algn="just" eaLnBrk="1" hangingPunct="1">
              <a:buClr>
                <a:srgbClr val="FFCC66"/>
              </a:buClr>
              <a:defRPr/>
            </a:pPr>
            <a:endParaRPr lang="es-ES" sz="4000" dirty="0">
              <a:latin typeface="Agency FB" panose="020B0503020202020204" pitchFamily="34" charset="0"/>
            </a:endParaRPr>
          </a:p>
          <a:p>
            <a:pPr algn="just" eaLnBrk="1" hangingPunct="1">
              <a:buClr>
                <a:srgbClr val="FFCC66"/>
              </a:buClr>
              <a:defRPr/>
            </a:pPr>
            <a:r>
              <a:rPr lang="es-ES" sz="4000" dirty="0">
                <a:latin typeface="Agency FB" panose="020B0503020202020204" pitchFamily="34" charset="0"/>
              </a:rPr>
              <a:t>Ejercicios prácticos</a:t>
            </a:r>
          </a:p>
          <a:p>
            <a:pPr algn="just" eaLnBrk="1" hangingPunct="1">
              <a:buClr>
                <a:srgbClr val="FFCC66"/>
              </a:buClr>
              <a:defRPr/>
            </a:pPr>
            <a:endParaRPr lang="es-ES" sz="4000" dirty="0">
              <a:latin typeface="Agency FB" panose="020B0503020202020204" pitchFamily="34" charset="0"/>
            </a:endParaRPr>
          </a:p>
          <a:p>
            <a:pPr algn="just" eaLnBrk="1" hangingPunct="1">
              <a:buClr>
                <a:srgbClr val="FFCC66"/>
              </a:buClr>
              <a:defRPr/>
            </a:pPr>
            <a:r>
              <a:rPr lang="es-ES" sz="4000" dirty="0">
                <a:latin typeface="Agency FB" panose="020B0503020202020204" pitchFamily="34" charset="0"/>
              </a:rPr>
              <a:t>Conclusiones</a:t>
            </a:r>
            <a:endParaRPr lang="es-ES_tradnl" sz="4000" dirty="0">
              <a:latin typeface="Agency FB" panose="020B0503020202020204" pitchFamily="34" charset="0"/>
            </a:endParaRPr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BA7FE385-D3B3-0DF1-24E1-3F5B344942D0}"/>
              </a:ext>
            </a:extLst>
          </p:cNvPr>
          <p:cNvSpPr/>
          <p:nvPr/>
        </p:nvSpPr>
        <p:spPr bwMode="auto">
          <a:xfrm>
            <a:off x="766763" y="2636838"/>
            <a:ext cx="503237" cy="576262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1.11111E-6 L -0.00286 0.178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3" y="89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0.17014 L 0.00313 0.35717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" y="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1" grpId="0" animBg="1"/>
      <p:bldP spid="31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: esquinas diagonales redondeadas 5">
            <a:extLst>
              <a:ext uri="{FF2B5EF4-FFF2-40B4-BE49-F238E27FC236}">
                <a16:creationId xmlns:a16="http://schemas.microsoft.com/office/drawing/2014/main" id="{2208904C-D07D-BD67-0C54-A29C7687F986}"/>
              </a:ext>
            </a:extLst>
          </p:cNvPr>
          <p:cNvSpPr/>
          <p:nvPr/>
        </p:nvSpPr>
        <p:spPr>
          <a:xfrm>
            <a:off x="263525" y="260350"/>
            <a:ext cx="11664950" cy="1152525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E67A918-600E-A18C-8372-0D591A8B77A4}"/>
              </a:ext>
            </a:extLst>
          </p:cNvPr>
          <p:cNvSpPr txBox="1"/>
          <p:nvPr/>
        </p:nvSpPr>
        <p:spPr>
          <a:xfrm>
            <a:off x="407988" y="328613"/>
            <a:ext cx="7710487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6000" b="1" dirty="0">
                <a:solidFill>
                  <a:schemeClr val="accent4"/>
                </a:solidFill>
                <a:latin typeface="Agency FB" panose="020B0503020202020204" pitchFamily="34" charset="0"/>
              </a:rPr>
              <a:t>Conceptos de la clase de hoy</a:t>
            </a:r>
            <a:endParaRPr lang="es-AR" sz="6000" b="1" dirty="0">
              <a:solidFill>
                <a:schemeClr val="accent4"/>
              </a:solidFill>
              <a:latin typeface="Agency FB" panose="020B0503020202020204" pitchFamily="34" charset="0"/>
            </a:endParaRPr>
          </a:p>
        </p:txBody>
      </p:sp>
      <p:sp>
        <p:nvSpPr>
          <p:cNvPr id="18436" name="CuadroTexto 21">
            <a:extLst>
              <a:ext uri="{FF2B5EF4-FFF2-40B4-BE49-F238E27FC236}">
                <a16:creationId xmlns:a16="http://schemas.microsoft.com/office/drawing/2014/main" id="{49C860BB-9B42-6190-C821-CC5E44671F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4550" y="2406650"/>
            <a:ext cx="52546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s-ES" altLang="es-AR" sz="6000" b="1">
                <a:solidFill>
                  <a:schemeClr val="bg1"/>
                </a:solidFill>
                <a:latin typeface="Agency FB" panose="020B0503020202020204" pitchFamily="34" charset="0"/>
              </a:rPr>
              <a:t>2</a:t>
            </a:r>
            <a:endParaRPr lang="es-AR" altLang="es-AR" sz="6000" b="1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E6FDEC06-4A25-6A82-34F7-DD4D3A486501}"/>
              </a:ext>
            </a:extLst>
          </p:cNvPr>
          <p:cNvGrpSpPr>
            <a:grpSpLocks/>
          </p:cNvGrpSpPr>
          <p:nvPr/>
        </p:nvGrpSpPr>
        <p:grpSpPr bwMode="auto">
          <a:xfrm>
            <a:off x="466725" y="2125663"/>
            <a:ext cx="2244725" cy="2559050"/>
            <a:chOff x="179388" y="2125663"/>
            <a:chExt cx="2244725" cy="2558479"/>
          </a:xfrm>
        </p:grpSpPr>
        <p:sp>
          <p:nvSpPr>
            <p:cNvPr id="43" name="6 CuadroTexto">
              <a:extLst>
                <a:ext uri="{FF2B5EF4-FFF2-40B4-BE49-F238E27FC236}">
                  <a16:creationId xmlns:a16="http://schemas.microsoft.com/office/drawing/2014/main" id="{2CAA9CF0-35D5-8C8E-C61F-88F5F50D662C}"/>
                </a:ext>
              </a:extLst>
            </p:cNvPr>
            <p:cNvSpPr txBox="1"/>
            <p:nvPr/>
          </p:nvSpPr>
          <p:spPr>
            <a:xfrm>
              <a:off x="179388" y="3976275"/>
              <a:ext cx="2244725" cy="707867"/>
            </a:xfrm>
            <a:prstGeom prst="rect">
              <a:avLst/>
            </a:prstGeom>
            <a:noFill/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 eaLnBrk="1" hangingPunct="1">
                <a:buClr>
                  <a:srgbClr val="FFCC66"/>
                </a:buClr>
                <a:defRPr/>
              </a:pPr>
              <a:r>
                <a:rPr lang="es-ES_tradnl" sz="4000" dirty="0" err="1">
                  <a:latin typeface="Agency FB" panose="020B0503020202020204" pitchFamily="34" charset="0"/>
                </a:rPr>
                <a:t>Arbol</a:t>
              </a:r>
              <a:endParaRPr lang="es-ES_tradnl" sz="4000" dirty="0">
                <a:latin typeface="Agency FB" panose="020B0503020202020204" pitchFamily="34" charset="0"/>
              </a:endParaRPr>
            </a:p>
          </p:txBody>
        </p:sp>
        <p:grpSp>
          <p:nvGrpSpPr>
            <p:cNvPr id="18455" name="Grupo 29">
              <a:extLst>
                <a:ext uri="{FF2B5EF4-FFF2-40B4-BE49-F238E27FC236}">
                  <a16:creationId xmlns:a16="http://schemas.microsoft.com/office/drawing/2014/main" id="{B4C5F06B-4F7A-356E-BC2B-2E988326B1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088" y="2125663"/>
              <a:ext cx="2016125" cy="2016125"/>
              <a:chOff x="335360" y="2132856"/>
              <a:chExt cx="2016224" cy="2016224"/>
            </a:xfrm>
          </p:grpSpPr>
          <p:sp>
            <p:nvSpPr>
              <p:cNvPr id="8" name="Elipse 7">
                <a:extLst>
                  <a:ext uri="{FF2B5EF4-FFF2-40B4-BE49-F238E27FC236}">
                    <a16:creationId xmlns:a16="http://schemas.microsoft.com/office/drawing/2014/main" id="{E79233B6-BFDB-9D75-5C77-92B0DC1EEEDE}"/>
                  </a:ext>
                </a:extLst>
              </p:cNvPr>
              <p:cNvSpPr/>
              <p:nvPr/>
            </p:nvSpPr>
            <p:spPr>
              <a:xfrm>
                <a:off x="335360" y="2132856"/>
                <a:ext cx="2016224" cy="2015774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AR"/>
              </a:p>
            </p:txBody>
          </p:sp>
          <p:sp>
            <p:nvSpPr>
              <p:cNvPr id="18457" name="CuadroTexto 20">
                <a:extLst>
                  <a:ext uri="{FF2B5EF4-FFF2-40B4-BE49-F238E27FC236}">
                    <a16:creationId xmlns:a16="http://schemas.microsoft.com/office/drawing/2014/main" id="{1F47D554-54FD-DDE8-76BD-CA766DACAE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7448" y="2557353"/>
                <a:ext cx="365806" cy="10156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r>
                  <a:rPr lang="es-ES" altLang="es-AR" sz="6000" b="1">
                    <a:solidFill>
                      <a:schemeClr val="bg1"/>
                    </a:solidFill>
                    <a:latin typeface="Agency FB" panose="020B0503020202020204" pitchFamily="34" charset="0"/>
                  </a:rPr>
                  <a:t>1</a:t>
                </a:r>
                <a:endParaRPr lang="es-AR" altLang="es-AR" sz="6000" b="1">
                  <a:solidFill>
                    <a:schemeClr val="bg1"/>
                  </a:solidFill>
                  <a:latin typeface="Agency FB" panose="020B0503020202020204" pitchFamily="34" charset="0"/>
                </a:endParaRPr>
              </a:p>
            </p:txBody>
          </p:sp>
        </p:grp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6C615FF9-BAB8-47A2-D04A-9E693A6411FF}"/>
              </a:ext>
            </a:extLst>
          </p:cNvPr>
          <p:cNvGrpSpPr>
            <a:grpSpLocks/>
          </p:cNvGrpSpPr>
          <p:nvPr/>
        </p:nvGrpSpPr>
        <p:grpSpPr bwMode="auto">
          <a:xfrm>
            <a:off x="3216275" y="2125663"/>
            <a:ext cx="2735263" cy="3189287"/>
            <a:chOff x="3097485" y="2125663"/>
            <a:chExt cx="2736130" cy="3188765"/>
          </a:xfrm>
        </p:grpSpPr>
        <p:grpSp>
          <p:nvGrpSpPr>
            <p:cNvPr id="18450" name="Grupo 30">
              <a:extLst>
                <a:ext uri="{FF2B5EF4-FFF2-40B4-BE49-F238E27FC236}">
                  <a16:creationId xmlns:a16="http://schemas.microsoft.com/office/drawing/2014/main" id="{ECBE5D11-0581-629B-319C-C1BEEEA548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9150" y="2125663"/>
              <a:ext cx="2016125" cy="2016125"/>
              <a:chOff x="335360" y="2132856"/>
              <a:chExt cx="2016224" cy="2016224"/>
            </a:xfrm>
          </p:grpSpPr>
          <p:sp>
            <p:nvSpPr>
              <p:cNvPr id="32" name="Elipse 31">
                <a:extLst>
                  <a:ext uri="{FF2B5EF4-FFF2-40B4-BE49-F238E27FC236}">
                    <a16:creationId xmlns:a16="http://schemas.microsoft.com/office/drawing/2014/main" id="{163A488A-AF3F-D160-B0CA-A2734EDF6106}"/>
                  </a:ext>
                </a:extLst>
              </p:cNvPr>
              <p:cNvSpPr/>
              <p:nvPr/>
            </p:nvSpPr>
            <p:spPr>
              <a:xfrm>
                <a:off x="335716" y="2132856"/>
                <a:ext cx="2015275" cy="2015894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AR"/>
              </a:p>
            </p:txBody>
          </p:sp>
          <p:sp>
            <p:nvSpPr>
              <p:cNvPr id="18453" name="CuadroTexto 32">
                <a:extLst>
                  <a:ext uri="{FF2B5EF4-FFF2-40B4-BE49-F238E27FC236}">
                    <a16:creationId xmlns:a16="http://schemas.microsoft.com/office/drawing/2014/main" id="{813CDEE4-333E-EC0D-BFAC-91D962D3EE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7448" y="2557353"/>
                <a:ext cx="524503" cy="10156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r>
                  <a:rPr lang="es-ES" altLang="es-AR" sz="6000" b="1">
                    <a:solidFill>
                      <a:schemeClr val="bg1"/>
                    </a:solidFill>
                    <a:latin typeface="Agency FB" panose="020B0503020202020204" pitchFamily="34" charset="0"/>
                  </a:rPr>
                  <a:t>2</a:t>
                </a:r>
                <a:endParaRPr lang="es-AR" altLang="es-AR" sz="6000" b="1">
                  <a:solidFill>
                    <a:schemeClr val="bg1"/>
                  </a:solidFill>
                  <a:latin typeface="Agency FB" panose="020B0503020202020204" pitchFamily="34" charset="0"/>
                </a:endParaRPr>
              </a:p>
            </p:txBody>
          </p:sp>
        </p:grpSp>
        <p:sp>
          <p:nvSpPr>
            <p:cNvPr id="45" name="6 CuadroTexto">
              <a:extLst>
                <a:ext uri="{FF2B5EF4-FFF2-40B4-BE49-F238E27FC236}">
                  <a16:creationId xmlns:a16="http://schemas.microsoft.com/office/drawing/2014/main" id="{960BB29F-73C9-70C9-1B05-96E97CDF136E}"/>
                </a:ext>
              </a:extLst>
            </p:cNvPr>
            <p:cNvSpPr txBox="1"/>
            <p:nvPr/>
          </p:nvSpPr>
          <p:spPr>
            <a:xfrm>
              <a:off x="3097485" y="3990670"/>
              <a:ext cx="2736130" cy="1323758"/>
            </a:xfrm>
            <a:prstGeom prst="rect">
              <a:avLst/>
            </a:prstGeom>
            <a:noFill/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 eaLnBrk="1" hangingPunct="1">
                <a:buClr>
                  <a:srgbClr val="FFCC66"/>
                </a:buClr>
                <a:defRPr/>
              </a:pPr>
              <a:r>
                <a:rPr lang="es-ES_tradnl" sz="4000" dirty="0">
                  <a:latin typeface="Agency FB" panose="020B0503020202020204" pitchFamily="34" charset="0"/>
                </a:rPr>
                <a:t>ABB características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60874CD4-6736-3AF0-E36F-1C073D921A75}"/>
              </a:ext>
            </a:extLst>
          </p:cNvPr>
          <p:cNvGrpSpPr>
            <a:grpSpLocks/>
          </p:cNvGrpSpPr>
          <p:nvPr/>
        </p:nvGrpSpPr>
        <p:grpSpPr bwMode="auto">
          <a:xfrm>
            <a:off x="9420225" y="2125663"/>
            <a:ext cx="2406650" cy="2579687"/>
            <a:chOff x="9420226" y="2125663"/>
            <a:chExt cx="2406650" cy="2579548"/>
          </a:xfrm>
        </p:grpSpPr>
        <p:grpSp>
          <p:nvGrpSpPr>
            <p:cNvPr id="18446" name="Grupo 36">
              <a:extLst>
                <a:ext uri="{FF2B5EF4-FFF2-40B4-BE49-F238E27FC236}">
                  <a16:creationId xmlns:a16="http://schemas.microsoft.com/office/drawing/2014/main" id="{EEF3DC78-B95E-82DA-841B-FC3D829F98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96450" y="2125663"/>
              <a:ext cx="2016125" cy="2016125"/>
              <a:chOff x="335360" y="2132856"/>
              <a:chExt cx="2016224" cy="2016224"/>
            </a:xfrm>
          </p:grpSpPr>
          <p:sp>
            <p:nvSpPr>
              <p:cNvPr id="38" name="Elipse 37">
                <a:extLst>
                  <a:ext uri="{FF2B5EF4-FFF2-40B4-BE49-F238E27FC236}">
                    <a16:creationId xmlns:a16="http://schemas.microsoft.com/office/drawing/2014/main" id="{3E54133B-D7D4-DE35-1CA9-AB5C6E22A513}"/>
                  </a:ext>
                </a:extLst>
              </p:cNvPr>
              <p:cNvSpPr/>
              <p:nvPr/>
            </p:nvSpPr>
            <p:spPr>
              <a:xfrm>
                <a:off x="335361" y="2132856"/>
                <a:ext cx="2016224" cy="2016115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AR"/>
              </a:p>
            </p:txBody>
          </p:sp>
          <p:sp>
            <p:nvSpPr>
              <p:cNvPr id="18449" name="CuadroTexto 38">
                <a:extLst>
                  <a:ext uri="{FF2B5EF4-FFF2-40B4-BE49-F238E27FC236}">
                    <a16:creationId xmlns:a16="http://schemas.microsoft.com/office/drawing/2014/main" id="{C5A6AA5E-E5C3-8193-1D0C-026D7B166F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7448" y="2557353"/>
                <a:ext cx="534121" cy="10156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r>
                  <a:rPr lang="es-ES" altLang="es-AR" sz="6000" b="1">
                    <a:solidFill>
                      <a:schemeClr val="bg1"/>
                    </a:solidFill>
                    <a:latin typeface="Agency FB" panose="020B0503020202020204" pitchFamily="34" charset="0"/>
                  </a:rPr>
                  <a:t>4</a:t>
                </a:r>
                <a:endParaRPr lang="es-AR" altLang="es-AR" sz="6000" b="1">
                  <a:solidFill>
                    <a:schemeClr val="bg1"/>
                  </a:solidFill>
                  <a:latin typeface="Agency FB" panose="020B0503020202020204" pitchFamily="34" charset="0"/>
                </a:endParaRPr>
              </a:p>
            </p:txBody>
          </p:sp>
        </p:grpSp>
        <p:sp>
          <p:nvSpPr>
            <p:cNvPr id="47" name="6 CuadroTexto">
              <a:extLst>
                <a:ext uri="{FF2B5EF4-FFF2-40B4-BE49-F238E27FC236}">
                  <a16:creationId xmlns:a16="http://schemas.microsoft.com/office/drawing/2014/main" id="{87AED7B3-6BC3-0B47-2BDA-53421D1431EB}"/>
                </a:ext>
              </a:extLst>
            </p:cNvPr>
            <p:cNvSpPr txBox="1"/>
            <p:nvPr/>
          </p:nvSpPr>
          <p:spPr>
            <a:xfrm>
              <a:off x="9420226" y="3997224"/>
              <a:ext cx="2406650" cy="707987"/>
            </a:xfrm>
            <a:prstGeom prst="rect">
              <a:avLst/>
            </a:prstGeom>
            <a:noFill/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 eaLnBrk="1" hangingPunct="1">
                <a:buClr>
                  <a:srgbClr val="FFCC66"/>
                </a:buClr>
                <a:defRPr/>
              </a:pPr>
              <a:r>
                <a:rPr lang="es-ES_tradnl" sz="4000" dirty="0">
                  <a:latin typeface="Agency FB" panose="020B0503020202020204" pitchFamily="34" charset="0"/>
                </a:rPr>
                <a:t>Conclusiones</a:t>
              </a:r>
            </a:p>
          </p:txBody>
        </p:sp>
      </p:grpSp>
      <p:sp>
        <p:nvSpPr>
          <p:cNvPr id="18440" name="CuadroTexto 21">
            <a:extLst>
              <a:ext uri="{FF2B5EF4-FFF2-40B4-BE49-F238E27FC236}">
                <a16:creationId xmlns:a16="http://schemas.microsoft.com/office/drawing/2014/main" id="{632B09EE-B7C4-2244-6CDF-BF3E61277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2393950"/>
            <a:ext cx="52546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s-ES" altLang="es-AR" sz="6000" b="1">
                <a:solidFill>
                  <a:schemeClr val="bg1"/>
                </a:solidFill>
                <a:latin typeface="Agency FB" panose="020B0503020202020204" pitchFamily="34" charset="0"/>
              </a:rPr>
              <a:t>2</a:t>
            </a:r>
            <a:endParaRPr lang="es-AR" altLang="es-AR" sz="6000" b="1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8A5B3E62-8B98-7697-B9E8-9A79D167F9B2}"/>
              </a:ext>
            </a:extLst>
          </p:cNvPr>
          <p:cNvGrpSpPr>
            <a:grpSpLocks/>
          </p:cNvGrpSpPr>
          <p:nvPr/>
        </p:nvGrpSpPr>
        <p:grpSpPr bwMode="auto">
          <a:xfrm>
            <a:off x="6384925" y="2112963"/>
            <a:ext cx="2735263" cy="4419600"/>
            <a:chOff x="3097485" y="2125663"/>
            <a:chExt cx="2736130" cy="4421333"/>
          </a:xfrm>
        </p:grpSpPr>
        <p:grpSp>
          <p:nvGrpSpPr>
            <p:cNvPr id="18442" name="Grupo 30">
              <a:extLst>
                <a:ext uri="{FF2B5EF4-FFF2-40B4-BE49-F238E27FC236}">
                  <a16:creationId xmlns:a16="http://schemas.microsoft.com/office/drawing/2014/main" id="{42CDC9DB-A7CC-27EA-2545-1229283F9A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9150" y="2125663"/>
              <a:ext cx="2016125" cy="2016133"/>
              <a:chOff x="335360" y="2132856"/>
              <a:chExt cx="2016224" cy="2016232"/>
            </a:xfrm>
          </p:grpSpPr>
          <p:sp>
            <p:nvSpPr>
              <p:cNvPr id="12" name="Elipse 11">
                <a:extLst>
                  <a:ext uri="{FF2B5EF4-FFF2-40B4-BE49-F238E27FC236}">
                    <a16:creationId xmlns:a16="http://schemas.microsoft.com/office/drawing/2014/main" id="{8740045E-8140-CA50-C0AE-036988788B54}"/>
                  </a:ext>
                </a:extLst>
              </p:cNvPr>
              <p:cNvSpPr/>
              <p:nvPr/>
            </p:nvSpPr>
            <p:spPr>
              <a:xfrm>
                <a:off x="335716" y="2132856"/>
                <a:ext cx="2015275" cy="2017014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AR"/>
              </a:p>
            </p:txBody>
          </p:sp>
          <p:sp>
            <p:nvSpPr>
              <p:cNvPr id="18445" name="CuadroTexto 32">
                <a:extLst>
                  <a:ext uri="{FF2B5EF4-FFF2-40B4-BE49-F238E27FC236}">
                    <a16:creationId xmlns:a16="http://schemas.microsoft.com/office/drawing/2014/main" id="{3891CF0A-4C6B-9E40-F411-68F288D5EE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7448" y="2557353"/>
                <a:ext cx="538956" cy="10157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r>
                  <a:rPr lang="es-ES" altLang="es-AR" sz="6000" b="1">
                    <a:solidFill>
                      <a:schemeClr val="bg1"/>
                    </a:solidFill>
                    <a:latin typeface="Agency FB" panose="020B0503020202020204" pitchFamily="34" charset="0"/>
                  </a:rPr>
                  <a:t>3</a:t>
                </a:r>
                <a:endParaRPr lang="es-AR" altLang="es-AR" sz="6000" b="1">
                  <a:solidFill>
                    <a:schemeClr val="bg1"/>
                  </a:solidFill>
                  <a:latin typeface="Agency FB" panose="020B0503020202020204" pitchFamily="34" charset="0"/>
                </a:endParaRPr>
              </a:p>
            </p:txBody>
          </p:sp>
        </p:grpSp>
        <p:sp>
          <p:nvSpPr>
            <p:cNvPr id="11" name="6 CuadroTexto">
              <a:extLst>
                <a:ext uri="{FF2B5EF4-FFF2-40B4-BE49-F238E27FC236}">
                  <a16:creationId xmlns:a16="http://schemas.microsoft.com/office/drawing/2014/main" id="{FF65230E-B24B-47D9-6863-A4BE83AEDA79}"/>
                </a:ext>
              </a:extLst>
            </p:cNvPr>
            <p:cNvSpPr txBox="1"/>
            <p:nvPr/>
          </p:nvSpPr>
          <p:spPr>
            <a:xfrm>
              <a:off x="3097485" y="3991706"/>
              <a:ext cx="2736130" cy="2555290"/>
            </a:xfrm>
            <a:prstGeom prst="rect">
              <a:avLst/>
            </a:prstGeom>
            <a:noFill/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 eaLnBrk="1" hangingPunct="1">
                <a:buClr>
                  <a:srgbClr val="FFCC66"/>
                </a:buClr>
                <a:defRPr/>
              </a:pPr>
              <a:r>
                <a:rPr lang="es-ES_tradnl" sz="4000" dirty="0">
                  <a:latin typeface="Agency FB" panose="020B0503020202020204" pitchFamily="34" charset="0"/>
                </a:rPr>
                <a:t>ABB operaciones</a:t>
              </a:r>
            </a:p>
            <a:p>
              <a:pPr eaLnBrk="1" hangingPunct="1">
                <a:buClr>
                  <a:srgbClr val="FFCC66"/>
                </a:buClr>
                <a:defRPr/>
              </a:pPr>
              <a:r>
                <a:rPr lang="es-ES_tradnl" sz="4000" dirty="0">
                  <a:latin typeface="Agency FB" panose="020B0503020202020204" pitchFamily="34" charset="0"/>
                </a:rPr>
                <a:t>Carga</a:t>
              </a:r>
            </a:p>
            <a:p>
              <a:pPr eaLnBrk="1" hangingPunct="1">
                <a:buClr>
                  <a:srgbClr val="FFCC66"/>
                </a:buClr>
                <a:defRPr/>
              </a:pPr>
              <a:r>
                <a:rPr lang="es-ES_tradnl" sz="4000" dirty="0">
                  <a:latin typeface="Agency FB" panose="020B0503020202020204" pitchFamily="34" charset="0"/>
                </a:rPr>
                <a:t>Recorridos</a:t>
              </a: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diagonales redondeadas 4">
            <a:extLst>
              <a:ext uri="{FF2B5EF4-FFF2-40B4-BE49-F238E27FC236}">
                <a16:creationId xmlns:a16="http://schemas.microsoft.com/office/drawing/2014/main" id="{F0BBECEA-8C17-45B3-F5F3-E844A2BFA506}"/>
              </a:ext>
            </a:extLst>
          </p:cNvPr>
          <p:cNvSpPr/>
          <p:nvPr/>
        </p:nvSpPr>
        <p:spPr>
          <a:xfrm>
            <a:off x="263525" y="260350"/>
            <a:ext cx="11664950" cy="1152525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1B9BC9C-B835-73A3-D7BF-BFA7C6C433FC}"/>
              </a:ext>
            </a:extLst>
          </p:cNvPr>
          <p:cNvSpPr txBox="1"/>
          <p:nvPr/>
        </p:nvSpPr>
        <p:spPr>
          <a:xfrm>
            <a:off x="407988" y="328613"/>
            <a:ext cx="732155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6000" b="1" dirty="0">
                <a:solidFill>
                  <a:schemeClr val="accent4"/>
                </a:solidFill>
                <a:latin typeface="Agency FB" panose="020B0503020202020204" pitchFamily="34" charset="0"/>
              </a:rPr>
              <a:t>Conceptos iniciales- ARBOL</a:t>
            </a:r>
            <a:endParaRPr lang="es-AR" sz="6000" b="1" dirty="0">
              <a:solidFill>
                <a:schemeClr val="accent4"/>
              </a:solidFill>
              <a:latin typeface="Agency FB" panose="020B0503020202020204" pitchFamily="34" charset="0"/>
            </a:endParaRPr>
          </a:p>
        </p:txBody>
      </p:sp>
      <p:grpSp>
        <p:nvGrpSpPr>
          <p:cNvPr id="20484" name="Grupo 6">
            <a:extLst>
              <a:ext uri="{FF2B5EF4-FFF2-40B4-BE49-F238E27FC236}">
                <a16:creationId xmlns:a16="http://schemas.microsoft.com/office/drawing/2014/main" id="{E04CEA67-ABED-1390-3925-6648B0E18F7E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1609725"/>
            <a:ext cx="5883275" cy="900113"/>
            <a:chOff x="767408" y="2060846"/>
            <a:chExt cx="2304256" cy="1767338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1927C212-6F38-2B29-C825-7C9ACD0A41EA}"/>
                </a:ext>
              </a:extLst>
            </p:cNvPr>
            <p:cNvSpPr/>
            <p:nvPr/>
          </p:nvSpPr>
          <p:spPr>
            <a:xfrm>
              <a:off x="767408" y="2060846"/>
              <a:ext cx="2304256" cy="1767338"/>
            </a:xfrm>
            <a:prstGeom prst="rect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s-AR">
                <a:ln w="571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a:endParaRPr>
            </a:p>
          </p:txBody>
        </p:sp>
        <p:sp>
          <p:nvSpPr>
            <p:cNvPr id="8" name="6 CuadroTexto">
              <a:extLst>
                <a:ext uri="{FF2B5EF4-FFF2-40B4-BE49-F238E27FC236}">
                  <a16:creationId xmlns:a16="http://schemas.microsoft.com/office/drawing/2014/main" id="{4BDE312D-4C25-8334-FAA7-ECC7C5BE7F53}"/>
                </a:ext>
              </a:extLst>
            </p:cNvPr>
            <p:cNvSpPr txBox="1"/>
            <p:nvPr/>
          </p:nvSpPr>
          <p:spPr>
            <a:xfrm>
              <a:off x="911657" y="2188644"/>
              <a:ext cx="1945499" cy="1343425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 eaLnBrk="1" hangingPunct="1">
                <a:buClr>
                  <a:srgbClr val="FFCC66"/>
                </a:buClr>
                <a:defRPr/>
              </a:pPr>
              <a:r>
                <a:rPr lang="es-ES_tradnl" sz="4000" dirty="0">
                  <a:latin typeface="Agency FB" panose="020B0503020202020204" pitchFamily="34" charset="0"/>
                </a:rPr>
                <a:t>ESTRUCTURAS CONOCIDAS</a:t>
              </a:r>
            </a:p>
          </p:txBody>
        </p: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88710FDD-82F9-C505-204B-1E38D471C7BC}"/>
              </a:ext>
            </a:extLst>
          </p:cNvPr>
          <p:cNvSpPr/>
          <p:nvPr/>
        </p:nvSpPr>
        <p:spPr>
          <a:xfrm>
            <a:off x="1866900" y="3001963"/>
            <a:ext cx="4608513" cy="852487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F7E96592-EEBF-7174-CB15-6F85D360318F}"/>
              </a:ext>
            </a:extLst>
          </p:cNvPr>
          <p:cNvCxnSpPr>
            <a:cxnSpLocks/>
          </p:cNvCxnSpPr>
          <p:nvPr/>
        </p:nvCxnSpPr>
        <p:spPr>
          <a:xfrm>
            <a:off x="2659063" y="3001963"/>
            <a:ext cx="0" cy="852487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305A1AD-2351-2817-D298-8A605C4F30A5}"/>
              </a:ext>
            </a:extLst>
          </p:cNvPr>
          <p:cNvCxnSpPr>
            <a:cxnSpLocks/>
          </p:cNvCxnSpPr>
          <p:nvPr/>
        </p:nvCxnSpPr>
        <p:spPr>
          <a:xfrm>
            <a:off x="3594100" y="3001963"/>
            <a:ext cx="0" cy="852487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3608AA02-EBCE-7F61-6801-C3A8FCEC3645}"/>
              </a:ext>
            </a:extLst>
          </p:cNvPr>
          <p:cNvCxnSpPr>
            <a:cxnSpLocks/>
          </p:cNvCxnSpPr>
          <p:nvPr/>
        </p:nvCxnSpPr>
        <p:spPr>
          <a:xfrm>
            <a:off x="4602163" y="2935288"/>
            <a:ext cx="0" cy="852487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7F9D66A5-B92A-47B0-7E01-B9EAFB099D33}"/>
              </a:ext>
            </a:extLst>
          </p:cNvPr>
          <p:cNvCxnSpPr>
            <a:cxnSpLocks/>
          </p:cNvCxnSpPr>
          <p:nvPr/>
        </p:nvCxnSpPr>
        <p:spPr>
          <a:xfrm>
            <a:off x="5538788" y="2935288"/>
            <a:ext cx="0" cy="852487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90" name="Text Box 7">
            <a:extLst>
              <a:ext uri="{FF2B5EF4-FFF2-40B4-BE49-F238E27FC236}">
                <a16:creationId xmlns:a16="http://schemas.microsoft.com/office/drawing/2014/main" id="{70D66E9D-64A1-0C88-D596-327294D06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1800" y="4149725"/>
            <a:ext cx="1379538" cy="4937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lvl="1">
              <a:spcBef>
                <a:spcPct val="50000"/>
              </a:spcBef>
              <a:buClr>
                <a:schemeClr val="bg2"/>
              </a:buClr>
            </a:pPr>
            <a:r>
              <a:rPr lang="es-MX" altLang="es-ES" sz="2600" b="1">
                <a:latin typeface="Calibri Light" panose="020F0302020204030204" pitchFamily="34" charset="0"/>
                <a:cs typeface="Calibri Light" panose="020F0302020204030204" pitchFamily="34" charset="0"/>
                <a:sym typeface="Arial" panose="020B0604020202020204" pitchFamily="34" charset="0"/>
              </a:rPr>
              <a:t>   2   | </a:t>
            </a:r>
            <a:endParaRPr lang="es-ES" altLang="es-ES" sz="2600" b="1">
              <a:latin typeface="Calibri Light" panose="020F0302020204030204" pitchFamily="34" charset="0"/>
              <a:cs typeface="Calibri Light" panose="020F03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20491" name="Google Shape;267;p6">
            <a:extLst>
              <a:ext uri="{FF2B5EF4-FFF2-40B4-BE49-F238E27FC236}">
                <a16:creationId xmlns:a16="http://schemas.microsoft.com/office/drawing/2014/main" id="{D936F2C3-9BEE-D8E6-6F2B-7578E27279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6113" y="3213100"/>
            <a:ext cx="45386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</a:pPr>
            <a:r>
              <a:rPr lang="en-US" altLang="es-AR" sz="240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2   23    56    291  324</a:t>
            </a:r>
            <a:endParaRPr lang="es-AR" altLang="es-AR" sz="2400">
              <a:solidFill>
                <a:schemeClr val="bg1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2CD8F43B-B5E6-099E-0149-83FC5F8344C8}"/>
              </a:ext>
            </a:extLst>
          </p:cNvPr>
          <p:cNvCxnSpPr>
            <a:cxnSpLocks/>
          </p:cNvCxnSpPr>
          <p:nvPr/>
        </p:nvCxnSpPr>
        <p:spPr>
          <a:xfrm>
            <a:off x="2720975" y="4395788"/>
            <a:ext cx="779463" cy="0"/>
          </a:xfrm>
          <a:prstGeom prst="straightConnector1">
            <a:avLst/>
          </a:prstGeom>
          <a:ln w="5715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93" name="Text Box 7">
            <a:extLst>
              <a:ext uri="{FF2B5EF4-FFF2-40B4-BE49-F238E27FC236}">
                <a16:creationId xmlns:a16="http://schemas.microsoft.com/office/drawing/2014/main" id="{B0B5D7DE-7158-C297-6A5E-0B09128CD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2025" y="4149725"/>
            <a:ext cx="1379538" cy="4937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lvl="1">
              <a:spcBef>
                <a:spcPct val="50000"/>
              </a:spcBef>
              <a:buClr>
                <a:schemeClr val="bg2"/>
              </a:buClr>
            </a:pPr>
            <a:r>
              <a:rPr lang="es-MX" altLang="es-ES" sz="2600" b="1">
                <a:latin typeface="Calibri Light" panose="020F0302020204030204" pitchFamily="34" charset="0"/>
                <a:cs typeface="Calibri Light" panose="020F0302020204030204" pitchFamily="34" charset="0"/>
                <a:sym typeface="Arial" panose="020B0604020202020204" pitchFamily="34" charset="0"/>
              </a:rPr>
              <a:t>   23  | </a:t>
            </a:r>
            <a:endParaRPr lang="es-ES" altLang="es-ES" sz="2600" b="1">
              <a:latin typeface="Calibri Light" panose="020F0302020204030204" pitchFamily="34" charset="0"/>
              <a:cs typeface="Calibri Light" panose="020F0302020204030204" pitchFamily="34" charset="0"/>
              <a:sym typeface="Arial" panose="020B0604020202020204" pitchFamily="34" charset="0"/>
            </a:endParaRP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8A541E0B-48C1-E3CF-C5B7-C26142139A09}"/>
              </a:ext>
            </a:extLst>
          </p:cNvPr>
          <p:cNvCxnSpPr>
            <a:cxnSpLocks/>
          </p:cNvCxnSpPr>
          <p:nvPr/>
        </p:nvCxnSpPr>
        <p:spPr>
          <a:xfrm>
            <a:off x="4665663" y="4441825"/>
            <a:ext cx="779462" cy="0"/>
          </a:xfrm>
          <a:prstGeom prst="straightConnector1">
            <a:avLst/>
          </a:prstGeom>
          <a:ln w="5715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95" name="Text Box 7">
            <a:extLst>
              <a:ext uri="{FF2B5EF4-FFF2-40B4-BE49-F238E27FC236}">
                <a16:creationId xmlns:a16="http://schemas.microsoft.com/office/drawing/2014/main" id="{8C5B7708-C70B-083C-90F3-A8C186640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5125" y="4194175"/>
            <a:ext cx="1381125" cy="4937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lvl="1">
              <a:spcBef>
                <a:spcPct val="50000"/>
              </a:spcBef>
              <a:buClr>
                <a:schemeClr val="bg2"/>
              </a:buClr>
            </a:pPr>
            <a:r>
              <a:rPr lang="es-MX" altLang="es-ES" sz="2600" b="1">
                <a:latin typeface="Calibri Light" panose="020F0302020204030204" pitchFamily="34" charset="0"/>
                <a:cs typeface="Calibri Light" panose="020F0302020204030204" pitchFamily="34" charset="0"/>
                <a:sym typeface="Arial" panose="020B0604020202020204" pitchFamily="34" charset="0"/>
              </a:rPr>
              <a:t>   56  | </a:t>
            </a:r>
            <a:endParaRPr lang="es-ES" altLang="es-ES" sz="2600" b="1">
              <a:latin typeface="Calibri Light" panose="020F0302020204030204" pitchFamily="34" charset="0"/>
              <a:cs typeface="Calibri Light" panose="020F0302020204030204" pitchFamily="34" charset="0"/>
              <a:sym typeface="Arial" panose="020B0604020202020204" pitchFamily="34" charset="0"/>
            </a:endParaRP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FBBD81BB-5AE1-3E28-B8E9-7B59A34AABFA}"/>
              </a:ext>
            </a:extLst>
          </p:cNvPr>
          <p:cNvCxnSpPr>
            <a:cxnSpLocks/>
          </p:cNvCxnSpPr>
          <p:nvPr/>
        </p:nvCxnSpPr>
        <p:spPr>
          <a:xfrm>
            <a:off x="6608763" y="4441825"/>
            <a:ext cx="779462" cy="0"/>
          </a:xfrm>
          <a:prstGeom prst="straightConnector1">
            <a:avLst/>
          </a:prstGeom>
          <a:ln w="5715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97" name="Text Box 7">
            <a:extLst>
              <a:ext uri="{FF2B5EF4-FFF2-40B4-BE49-F238E27FC236}">
                <a16:creationId xmlns:a16="http://schemas.microsoft.com/office/drawing/2014/main" id="{7402AAAC-F376-E3FC-D334-DCC1D1101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9813" y="4194175"/>
            <a:ext cx="1379537" cy="4937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lvl="1">
              <a:spcBef>
                <a:spcPct val="50000"/>
              </a:spcBef>
              <a:buClr>
                <a:schemeClr val="bg2"/>
              </a:buClr>
            </a:pPr>
            <a:r>
              <a:rPr lang="es-MX" altLang="es-ES" sz="2600" b="1">
                <a:latin typeface="Calibri Light" panose="020F0302020204030204" pitchFamily="34" charset="0"/>
                <a:cs typeface="Calibri Light" panose="020F0302020204030204" pitchFamily="34" charset="0"/>
                <a:sym typeface="Arial" panose="020B0604020202020204" pitchFamily="34" charset="0"/>
              </a:rPr>
              <a:t> 291  | </a:t>
            </a:r>
            <a:endParaRPr lang="es-ES" altLang="es-ES" sz="2600" b="1">
              <a:latin typeface="Calibri Light" panose="020F0302020204030204" pitchFamily="34" charset="0"/>
              <a:cs typeface="Calibri Light" panose="020F0302020204030204" pitchFamily="34" charset="0"/>
              <a:sym typeface="Arial" panose="020B0604020202020204" pitchFamily="34" charset="0"/>
            </a:endParaRPr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C8806C85-748D-CC8B-3235-003FC4CBC0BA}"/>
              </a:ext>
            </a:extLst>
          </p:cNvPr>
          <p:cNvCxnSpPr>
            <a:cxnSpLocks/>
          </p:cNvCxnSpPr>
          <p:nvPr/>
        </p:nvCxnSpPr>
        <p:spPr>
          <a:xfrm>
            <a:off x="8543925" y="4451350"/>
            <a:ext cx="779463" cy="0"/>
          </a:xfrm>
          <a:prstGeom prst="straightConnector1">
            <a:avLst/>
          </a:prstGeom>
          <a:ln w="5715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99" name="Text Box 7">
            <a:extLst>
              <a:ext uri="{FF2B5EF4-FFF2-40B4-BE49-F238E27FC236}">
                <a16:creationId xmlns:a16="http://schemas.microsoft.com/office/drawing/2014/main" id="{B3DD6241-85A3-090D-8FF4-15CB8417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23388" y="4203700"/>
            <a:ext cx="1381125" cy="4937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lvl="1">
              <a:spcBef>
                <a:spcPct val="50000"/>
              </a:spcBef>
              <a:buClr>
                <a:schemeClr val="bg2"/>
              </a:buClr>
            </a:pPr>
            <a:r>
              <a:rPr lang="es-MX" altLang="es-ES" sz="2600" b="1">
                <a:latin typeface="Calibri Light" panose="020F0302020204030204" pitchFamily="34" charset="0"/>
                <a:cs typeface="Calibri Light" panose="020F0302020204030204" pitchFamily="34" charset="0"/>
                <a:sym typeface="Arial" panose="020B0604020202020204" pitchFamily="34" charset="0"/>
              </a:rPr>
              <a:t> 324 |  .</a:t>
            </a:r>
            <a:endParaRPr lang="es-ES" altLang="es-ES" sz="2600" b="1">
              <a:latin typeface="Calibri Light" panose="020F0302020204030204" pitchFamily="34" charset="0"/>
              <a:cs typeface="Calibri Light" panose="020F03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33" name="6 CuadroTexto">
            <a:extLst>
              <a:ext uri="{FF2B5EF4-FFF2-40B4-BE49-F238E27FC236}">
                <a16:creationId xmlns:a16="http://schemas.microsoft.com/office/drawing/2014/main" id="{3A80AECE-1FA0-B075-A8E8-240406869CAB}"/>
              </a:ext>
            </a:extLst>
          </p:cNvPr>
          <p:cNvSpPr txBox="1"/>
          <p:nvPr/>
        </p:nvSpPr>
        <p:spPr>
          <a:xfrm>
            <a:off x="982663" y="5148263"/>
            <a:ext cx="7581900" cy="58420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buClr>
                <a:srgbClr val="FFCC66"/>
              </a:buClr>
              <a:defRPr/>
            </a:pPr>
            <a:r>
              <a:rPr lang="es-ES" sz="3200" dirty="0">
                <a:latin typeface="Agency FB" panose="020B0503020202020204" pitchFamily="34" charset="0"/>
              </a:rPr>
              <a:t>Qué ocurre si queremos agregar un nuevo dato?</a:t>
            </a:r>
          </a:p>
        </p:txBody>
      </p:sp>
      <p:sp>
        <p:nvSpPr>
          <p:cNvPr id="34" name="6 CuadroTexto">
            <a:extLst>
              <a:ext uri="{FF2B5EF4-FFF2-40B4-BE49-F238E27FC236}">
                <a16:creationId xmlns:a16="http://schemas.microsoft.com/office/drawing/2014/main" id="{751FBE88-F4B3-8A1F-CB46-0656D544CF91}"/>
              </a:ext>
            </a:extLst>
          </p:cNvPr>
          <p:cNvSpPr txBox="1"/>
          <p:nvPr/>
        </p:nvSpPr>
        <p:spPr>
          <a:xfrm>
            <a:off x="995363" y="5795963"/>
            <a:ext cx="7580312" cy="585787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buClr>
                <a:srgbClr val="FFCC66"/>
              </a:buClr>
              <a:defRPr/>
            </a:pPr>
            <a:r>
              <a:rPr lang="es-ES" sz="3200" dirty="0">
                <a:latin typeface="Agency FB" panose="020B0503020202020204" pitchFamily="34" charset="0"/>
              </a:rPr>
              <a:t>Qué ocurre si queremos buscar un valor?</a:t>
            </a:r>
          </a:p>
        </p:txBody>
      </p:sp>
      <p:sp>
        <p:nvSpPr>
          <p:cNvPr id="36" name="Flecha: a la derecha 35">
            <a:extLst>
              <a:ext uri="{FF2B5EF4-FFF2-40B4-BE49-F238E27FC236}">
                <a16:creationId xmlns:a16="http://schemas.microsoft.com/office/drawing/2014/main" id="{184A0A48-8CAA-9379-09A7-71B16686D014}"/>
              </a:ext>
            </a:extLst>
          </p:cNvPr>
          <p:cNvSpPr/>
          <p:nvPr/>
        </p:nvSpPr>
        <p:spPr bwMode="auto">
          <a:xfrm>
            <a:off x="319088" y="5513388"/>
            <a:ext cx="503237" cy="576262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1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diagonales redondeadas 4">
            <a:extLst>
              <a:ext uri="{FF2B5EF4-FFF2-40B4-BE49-F238E27FC236}">
                <a16:creationId xmlns:a16="http://schemas.microsoft.com/office/drawing/2014/main" id="{86C8DB29-DFEB-B359-E1BD-E9EAFF019B83}"/>
              </a:ext>
            </a:extLst>
          </p:cNvPr>
          <p:cNvSpPr/>
          <p:nvPr/>
        </p:nvSpPr>
        <p:spPr>
          <a:xfrm>
            <a:off x="263525" y="260350"/>
            <a:ext cx="11664950" cy="1152525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1F9E593-C34B-2AF4-69CB-DC61115E8F1B}"/>
              </a:ext>
            </a:extLst>
          </p:cNvPr>
          <p:cNvSpPr txBox="1"/>
          <p:nvPr/>
        </p:nvSpPr>
        <p:spPr>
          <a:xfrm>
            <a:off x="407988" y="328613"/>
            <a:ext cx="732155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6000" b="1" dirty="0">
                <a:solidFill>
                  <a:schemeClr val="accent4"/>
                </a:solidFill>
                <a:latin typeface="Agency FB" panose="020B0503020202020204" pitchFamily="34" charset="0"/>
              </a:rPr>
              <a:t>Conceptos iniciales- ARBOL</a:t>
            </a:r>
            <a:endParaRPr lang="es-AR" sz="6000" b="1" dirty="0">
              <a:solidFill>
                <a:schemeClr val="accent4"/>
              </a:solidFill>
              <a:latin typeface="Agency FB" panose="020B0503020202020204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BC4A6B7-D07A-9943-D688-6F2F73786C45}"/>
              </a:ext>
            </a:extLst>
          </p:cNvPr>
          <p:cNvSpPr/>
          <p:nvPr/>
        </p:nvSpPr>
        <p:spPr bwMode="auto">
          <a:xfrm>
            <a:off x="309563" y="2054225"/>
            <a:ext cx="2349500" cy="852488"/>
          </a:xfrm>
          <a:prstGeom prst="rect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s-AR">
              <a:ln w="57150">
                <a:solidFill>
                  <a:schemeClr val="tx1">
                    <a:lumMod val="65000"/>
                    <a:lumOff val="35000"/>
                  </a:schemeClr>
                </a:solidFill>
              </a:ln>
            </a:endParaRPr>
          </a:p>
        </p:txBody>
      </p:sp>
      <p:sp>
        <p:nvSpPr>
          <p:cNvPr id="15" name="6 CuadroTexto">
            <a:extLst>
              <a:ext uri="{FF2B5EF4-FFF2-40B4-BE49-F238E27FC236}">
                <a16:creationId xmlns:a16="http://schemas.microsoft.com/office/drawing/2014/main" id="{2807A05E-65AF-E20B-AF73-C58852C16896}"/>
              </a:ext>
            </a:extLst>
          </p:cNvPr>
          <p:cNvSpPr txBox="1"/>
          <p:nvPr/>
        </p:nvSpPr>
        <p:spPr bwMode="auto">
          <a:xfrm>
            <a:off x="438150" y="2133600"/>
            <a:ext cx="2055813" cy="706438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hangingPunct="1">
              <a:buClr>
                <a:srgbClr val="FFCC66"/>
              </a:buClr>
              <a:defRPr/>
            </a:pPr>
            <a:r>
              <a:rPr lang="es-ES_tradnl" sz="4000" dirty="0">
                <a:latin typeface="Agency FB" panose="020B0503020202020204" pitchFamily="34" charset="0"/>
              </a:rPr>
              <a:t>ARBOL</a:t>
            </a:r>
          </a:p>
        </p:txBody>
      </p:sp>
      <p:sp>
        <p:nvSpPr>
          <p:cNvPr id="19" name="6 CuadroTexto">
            <a:extLst>
              <a:ext uri="{FF2B5EF4-FFF2-40B4-BE49-F238E27FC236}">
                <a16:creationId xmlns:a16="http://schemas.microsoft.com/office/drawing/2014/main" id="{359EE5A0-47F8-8776-92F7-02ACA8B8433D}"/>
              </a:ext>
            </a:extLst>
          </p:cNvPr>
          <p:cNvSpPr txBox="1"/>
          <p:nvPr/>
        </p:nvSpPr>
        <p:spPr bwMode="auto">
          <a:xfrm>
            <a:off x="290513" y="4724400"/>
            <a:ext cx="11553825" cy="193992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buClr>
                <a:srgbClr val="FFCC66"/>
              </a:buClr>
              <a:defRPr/>
            </a:pPr>
            <a:r>
              <a:rPr lang="es-ES" sz="3000" dirty="0">
                <a:latin typeface="Agency FB" panose="020B0503020202020204" pitchFamily="34" charset="0"/>
              </a:rPr>
              <a:t>Es una estructura de datos dinámica. </a:t>
            </a:r>
          </a:p>
          <a:p>
            <a:pPr algn="just" eaLnBrk="1" hangingPunct="1">
              <a:buClr>
                <a:srgbClr val="FFCC66"/>
              </a:buClr>
              <a:defRPr/>
            </a:pPr>
            <a:r>
              <a:rPr lang="es-ES" sz="3000" dirty="0">
                <a:latin typeface="Agency FB" panose="020B0503020202020204" pitchFamily="34" charset="0"/>
              </a:rPr>
              <a:t>Su primer nodo se conoce como raíz. </a:t>
            </a:r>
          </a:p>
          <a:p>
            <a:pPr algn="just" eaLnBrk="1" hangingPunct="1">
              <a:buClr>
                <a:srgbClr val="FFCC66"/>
              </a:buClr>
              <a:defRPr/>
            </a:pPr>
            <a:r>
              <a:rPr lang="es-ES" sz="3000" dirty="0">
                <a:latin typeface="Agency FB" panose="020B0503020202020204" pitchFamily="34" charset="0"/>
              </a:rPr>
              <a:t>Los nodos sin hijos se llaman hojas.</a:t>
            </a:r>
          </a:p>
          <a:p>
            <a:pPr algn="just" eaLnBrk="1" hangingPunct="1">
              <a:buClr>
                <a:srgbClr val="FFCC66"/>
              </a:buClr>
              <a:defRPr/>
            </a:pPr>
            <a:r>
              <a:rPr lang="es-ES" sz="3000" dirty="0">
                <a:latin typeface="Agency FB" panose="020B0503020202020204" pitchFamily="34" charset="0"/>
              </a:rPr>
              <a:t>Depende el tipo de árbol cada nodo puede tener 0, 1 n hijos.</a:t>
            </a:r>
          </a:p>
        </p:txBody>
      </p:sp>
      <p:sp>
        <p:nvSpPr>
          <p:cNvPr id="22535" name="Google Shape;78;p17">
            <a:extLst>
              <a:ext uri="{FF2B5EF4-FFF2-40B4-BE49-F238E27FC236}">
                <a16:creationId xmlns:a16="http://schemas.microsoft.com/office/drawing/2014/main" id="{41825DDA-2B8F-6327-89B8-D16C9DFAD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8163" y="1974850"/>
            <a:ext cx="546100" cy="590550"/>
          </a:xfrm>
          <a:prstGeom prst="ellipse">
            <a:avLst/>
          </a:prstGeom>
          <a:solidFill>
            <a:srgbClr val="BFBFBF"/>
          </a:solidFill>
          <a:ln w="57150">
            <a:solidFill>
              <a:srgbClr val="3B3838"/>
            </a:solidFill>
            <a:miter lim="800000"/>
            <a:headEnd type="none" w="sm" len="sm"/>
            <a:tailEnd type="none" w="sm" len="sm"/>
          </a:ln>
        </p:spPr>
        <p:txBody>
          <a:bodyPr lIns="91425" tIns="45700" rIns="91425" bIns="4570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000000"/>
              </a:buClr>
              <a:buSzPts val="1800"/>
              <a:buFont typeface="Arial" panose="020B0604020202020204" pitchFamily="34" charset="0"/>
              <a:buNone/>
            </a:pPr>
            <a:endParaRPr lang="es-AR" altLang="es-AR">
              <a:solidFill>
                <a:srgbClr val="000000"/>
              </a:solidFill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grpSp>
        <p:nvGrpSpPr>
          <p:cNvPr id="22536" name="Google Shape;111;p17">
            <a:extLst>
              <a:ext uri="{FF2B5EF4-FFF2-40B4-BE49-F238E27FC236}">
                <a16:creationId xmlns:a16="http://schemas.microsoft.com/office/drawing/2014/main" id="{E34B362F-8A5D-64B1-09D4-A8ECD54AB8F8}"/>
              </a:ext>
            </a:extLst>
          </p:cNvPr>
          <p:cNvGrpSpPr>
            <a:grpSpLocks/>
          </p:cNvGrpSpPr>
          <p:nvPr/>
        </p:nvGrpSpPr>
        <p:grpSpPr bwMode="auto">
          <a:xfrm>
            <a:off x="3317875" y="1936750"/>
            <a:ext cx="2547938" cy="2401888"/>
            <a:chOff x="8461698" y="1779387"/>
            <a:chExt cx="2547615" cy="2401824"/>
          </a:xfrm>
        </p:grpSpPr>
        <p:pic>
          <p:nvPicPr>
            <p:cNvPr id="22548" name="Google Shape;112;p17">
              <a:extLst>
                <a:ext uri="{FF2B5EF4-FFF2-40B4-BE49-F238E27FC236}">
                  <a16:creationId xmlns:a16="http://schemas.microsoft.com/office/drawing/2014/main" id="{753A722A-3431-9464-6AD4-5A964DA840CF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1698" y="1779387"/>
              <a:ext cx="2127128" cy="2401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49" name="Google Shape;113;p17">
              <a:extLst>
                <a:ext uri="{FF2B5EF4-FFF2-40B4-BE49-F238E27FC236}">
                  <a16:creationId xmlns:a16="http://schemas.microsoft.com/office/drawing/2014/main" id="{8790390A-9706-1386-81F6-8265654BA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3309" y="2790180"/>
              <a:ext cx="546004" cy="590550"/>
            </a:xfrm>
            <a:prstGeom prst="ellipse">
              <a:avLst/>
            </a:prstGeom>
            <a:solidFill>
              <a:srgbClr val="FFE699"/>
            </a:solidFill>
            <a:ln w="57150">
              <a:solidFill>
                <a:srgbClr val="3B3838"/>
              </a:solidFill>
              <a:miter lim="800000"/>
              <a:headEnd type="none" w="sm" len="sm"/>
              <a:tailEnd type="none" w="sm" len="sm"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Clr>
                  <a:srgbClr val="000000"/>
                </a:buClr>
                <a:buSzPts val="1800"/>
                <a:buFont typeface="Arial" panose="020B0604020202020204" pitchFamily="34" charset="0"/>
                <a:buNone/>
              </a:pPr>
              <a:endParaRPr lang="es-AR" altLang="es-AR">
                <a:solidFill>
                  <a:srgbClr val="000000"/>
                </a:solidFill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cxnSp>
          <p:nvCxnSpPr>
            <p:cNvPr id="22550" name="Google Shape;114;p17">
              <a:extLst>
                <a:ext uri="{FF2B5EF4-FFF2-40B4-BE49-F238E27FC236}">
                  <a16:creationId xmlns:a16="http://schemas.microsoft.com/office/drawing/2014/main" id="{69CBEFF7-CF34-2C87-3DAF-89A159566AE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431565" y="2426643"/>
              <a:ext cx="304746" cy="363537"/>
            </a:xfrm>
            <a:prstGeom prst="straightConnector1">
              <a:avLst/>
            </a:prstGeom>
            <a:noFill/>
            <a:ln w="57150">
              <a:solidFill>
                <a:srgbClr val="3B3838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2537" name="Google Shape;82;p17">
            <a:extLst>
              <a:ext uri="{FF2B5EF4-FFF2-40B4-BE49-F238E27FC236}">
                <a16:creationId xmlns:a16="http://schemas.microsoft.com/office/drawing/2014/main" id="{44623B8D-F3D5-22C7-140C-7B53898E1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9288" y="1901825"/>
            <a:ext cx="546100" cy="590550"/>
          </a:xfrm>
          <a:prstGeom prst="ellipse">
            <a:avLst/>
          </a:prstGeom>
          <a:solidFill>
            <a:srgbClr val="D0CECE"/>
          </a:solidFill>
          <a:ln w="57150">
            <a:solidFill>
              <a:srgbClr val="3B3838"/>
            </a:solidFill>
            <a:miter lim="800000"/>
            <a:headEnd type="none" w="sm" len="sm"/>
            <a:tailEnd type="none" w="sm" len="sm"/>
          </a:ln>
        </p:spPr>
        <p:txBody>
          <a:bodyPr lIns="91425" tIns="45700" rIns="91425" bIns="4570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000000"/>
              </a:buClr>
              <a:buSzPts val="1800"/>
              <a:buFont typeface="Arial" panose="020B0604020202020204" pitchFamily="34" charset="0"/>
              <a:buNone/>
            </a:pPr>
            <a:endParaRPr lang="es-AR" altLang="es-AR">
              <a:solidFill>
                <a:srgbClr val="000000"/>
              </a:solidFill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sp>
        <p:nvSpPr>
          <p:cNvPr id="22538" name="Google Shape;83;p17">
            <a:extLst>
              <a:ext uri="{FF2B5EF4-FFF2-40B4-BE49-F238E27FC236}">
                <a16:creationId xmlns:a16="http://schemas.microsoft.com/office/drawing/2014/main" id="{8C3BEC77-FF3F-3CDC-EFB8-8E4D06FD8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8388" y="2803525"/>
            <a:ext cx="547687" cy="590550"/>
          </a:xfrm>
          <a:prstGeom prst="ellipse">
            <a:avLst/>
          </a:prstGeom>
          <a:solidFill>
            <a:srgbClr val="C5E0B4"/>
          </a:solidFill>
          <a:ln w="57150">
            <a:solidFill>
              <a:srgbClr val="3B3838"/>
            </a:solidFill>
            <a:miter lim="800000"/>
            <a:headEnd type="none" w="sm" len="sm"/>
            <a:tailEnd type="none" w="sm" len="sm"/>
          </a:ln>
        </p:spPr>
        <p:txBody>
          <a:bodyPr lIns="91425" tIns="45700" rIns="91425" bIns="4570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000000"/>
              </a:buClr>
              <a:buSzPts val="1800"/>
              <a:buFont typeface="Arial" panose="020B0604020202020204" pitchFamily="34" charset="0"/>
              <a:buNone/>
            </a:pPr>
            <a:endParaRPr lang="es-AR" altLang="es-AR">
              <a:solidFill>
                <a:srgbClr val="000000"/>
              </a:solidFill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sp>
        <p:nvSpPr>
          <p:cNvPr id="22539" name="Google Shape;84;p17">
            <a:extLst>
              <a:ext uri="{FF2B5EF4-FFF2-40B4-BE49-F238E27FC236}">
                <a16:creationId xmlns:a16="http://schemas.microsoft.com/office/drawing/2014/main" id="{9A6DB681-1FF5-6466-EA3B-B57C78EAC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01325" y="2757488"/>
            <a:ext cx="546100" cy="590550"/>
          </a:xfrm>
          <a:prstGeom prst="ellipse">
            <a:avLst/>
          </a:prstGeom>
          <a:solidFill>
            <a:srgbClr val="C5E0B4"/>
          </a:solidFill>
          <a:ln w="57150">
            <a:solidFill>
              <a:srgbClr val="3B3838"/>
            </a:solidFill>
            <a:miter lim="800000"/>
            <a:headEnd type="none" w="sm" len="sm"/>
            <a:tailEnd type="none" w="sm" len="sm"/>
          </a:ln>
        </p:spPr>
        <p:txBody>
          <a:bodyPr lIns="91425" tIns="45700" rIns="91425" bIns="4570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000000"/>
              </a:buClr>
              <a:buSzPts val="1800"/>
              <a:buFont typeface="Arial" panose="020B0604020202020204" pitchFamily="34" charset="0"/>
              <a:buNone/>
            </a:pPr>
            <a:endParaRPr lang="es-AR" altLang="es-AR">
              <a:solidFill>
                <a:srgbClr val="000000"/>
              </a:solidFill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sp>
        <p:nvSpPr>
          <p:cNvPr id="22540" name="Google Shape;85;p17">
            <a:extLst>
              <a:ext uri="{FF2B5EF4-FFF2-40B4-BE49-F238E27FC236}">
                <a16:creationId xmlns:a16="http://schemas.microsoft.com/office/drawing/2014/main" id="{1E5F63BB-6212-EF3D-ED75-2A21BE87A0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9088" y="3657600"/>
            <a:ext cx="546100" cy="590550"/>
          </a:xfrm>
          <a:prstGeom prst="ellipse">
            <a:avLst/>
          </a:prstGeom>
          <a:solidFill>
            <a:srgbClr val="FFE699"/>
          </a:solidFill>
          <a:ln w="57150">
            <a:solidFill>
              <a:srgbClr val="3B3838"/>
            </a:solidFill>
            <a:miter lim="800000"/>
            <a:headEnd type="none" w="sm" len="sm"/>
            <a:tailEnd type="none" w="sm" len="sm"/>
          </a:ln>
        </p:spPr>
        <p:txBody>
          <a:bodyPr lIns="91425" tIns="45700" rIns="91425" bIns="4570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000000"/>
              </a:buClr>
              <a:buSzPts val="1800"/>
              <a:buFont typeface="Arial" panose="020B0604020202020204" pitchFamily="34" charset="0"/>
              <a:buNone/>
            </a:pPr>
            <a:endParaRPr lang="es-AR" altLang="es-AR">
              <a:solidFill>
                <a:srgbClr val="000000"/>
              </a:solidFill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sp>
        <p:nvSpPr>
          <p:cNvPr id="22541" name="Google Shape;86;p17">
            <a:extLst>
              <a:ext uri="{FF2B5EF4-FFF2-40B4-BE49-F238E27FC236}">
                <a16:creationId xmlns:a16="http://schemas.microsoft.com/office/drawing/2014/main" id="{91D93CA4-42DA-D224-6F47-4FB7BA97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6950" y="3671888"/>
            <a:ext cx="546100" cy="590550"/>
          </a:xfrm>
          <a:prstGeom prst="ellipse">
            <a:avLst/>
          </a:prstGeom>
          <a:solidFill>
            <a:srgbClr val="FFE699"/>
          </a:solidFill>
          <a:ln w="57150">
            <a:solidFill>
              <a:srgbClr val="3B3838"/>
            </a:solidFill>
            <a:miter lim="800000"/>
            <a:headEnd type="none" w="sm" len="sm"/>
            <a:tailEnd type="none" w="sm" len="sm"/>
          </a:ln>
        </p:spPr>
        <p:txBody>
          <a:bodyPr lIns="91425" tIns="45700" rIns="91425" bIns="4570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000000"/>
              </a:buClr>
              <a:buSzPts val="1800"/>
              <a:buFont typeface="Arial" panose="020B0604020202020204" pitchFamily="34" charset="0"/>
              <a:buNone/>
            </a:pPr>
            <a:endParaRPr lang="es-AR" altLang="es-AR">
              <a:solidFill>
                <a:srgbClr val="000000"/>
              </a:solidFill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cxnSp>
        <p:nvCxnSpPr>
          <p:cNvPr id="22542" name="Google Shape;87;p17">
            <a:extLst>
              <a:ext uri="{FF2B5EF4-FFF2-40B4-BE49-F238E27FC236}">
                <a16:creationId xmlns:a16="http://schemas.microsoft.com/office/drawing/2014/main" id="{277FCD7E-9769-188C-026F-B75519D3EB2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9155113" y="2406650"/>
            <a:ext cx="465137" cy="482600"/>
          </a:xfrm>
          <a:prstGeom prst="straightConnector1">
            <a:avLst/>
          </a:prstGeom>
          <a:noFill/>
          <a:ln w="57150">
            <a:solidFill>
              <a:srgbClr val="3B3838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3" name="Google Shape;88;p17">
            <a:extLst>
              <a:ext uri="{FF2B5EF4-FFF2-40B4-BE49-F238E27FC236}">
                <a16:creationId xmlns:a16="http://schemas.microsoft.com/office/drawing/2014/main" id="{0022C2EC-2674-6B8B-E369-EC7E8BDC727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0085388" y="2366963"/>
            <a:ext cx="595312" cy="476250"/>
          </a:xfrm>
          <a:prstGeom prst="straightConnector1">
            <a:avLst/>
          </a:prstGeom>
          <a:noFill/>
          <a:ln w="57150">
            <a:solidFill>
              <a:srgbClr val="3B3838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4" name="Google Shape;89;p17">
            <a:extLst>
              <a:ext uri="{FF2B5EF4-FFF2-40B4-BE49-F238E27FC236}">
                <a16:creationId xmlns:a16="http://schemas.microsoft.com/office/drawing/2014/main" id="{C6DBFE96-6213-C9D8-CC69-3C6CEDD9CF3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9177338" y="3294063"/>
            <a:ext cx="304800" cy="363537"/>
          </a:xfrm>
          <a:prstGeom prst="straightConnector1">
            <a:avLst/>
          </a:prstGeom>
          <a:noFill/>
          <a:ln w="57150">
            <a:solidFill>
              <a:srgbClr val="3B3838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45" name="Google Shape;91;p17">
            <a:extLst>
              <a:ext uri="{FF2B5EF4-FFF2-40B4-BE49-F238E27FC236}">
                <a16:creationId xmlns:a16="http://schemas.microsoft.com/office/drawing/2014/main" id="{820757F6-1A63-50B0-9E7A-52BEACD62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2350" y="3662363"/>
            <a:ext cx="546100" cy="590550"/>
          </a:xfrm>
          <a:prstGeom prst="ellipse">
            <a:avLst/>
          </a:prstGeom>
          <a:solidFill>
            <a:srgbClr val="FFE699"/>
          </a:solidFill>
          <a:ln w="57150">
            <a:solidFill>
              <a:srgbClr val="3B3838"/>
            </a:solidFill>
            <a:miter lim="800000"/>
            <a:headEnd type="none" w="sm" len="sm"/>
            <a:tailEnd type="none" w="sm" len="sm"/>
          </a:ln>
        </p:spPr>
        <p:txBody>
          <a:bodyPr lIns="91425" tIns="45700" rIns="91425" bIns="4570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000000"/>
              </a:buClr>
              <a:buSzPts val="1800"/>
              <a:buFont typeface="Arial" panose="020B0604020202020204" pitchFamily="34" charset="0"/>
              <a:buNone/>
            </a:pPr>
            <a:endParaRPr lang="es-AR" altLang="es-AR">
              <a:solidFill>
                <a:srgbClr val="000000"/>
              </a:solidFill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cxnSp>
        <p:nvCxnSpPr>
          <p:cNvPr id="22546" name="Google Shape;92;p17">
            <a:extLst>
              <a:ext uri="{FF2B5EF4-FFF2-40B4-BE49-F238E27FC236}">
                <a16:creationId xmlns:a16="http://schemas.microsoft.com/office/drawing/2014/main" id="{1522F846-3AC5-71F9-A090-0E26E0EF1D0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0379075" y="3321050"/>
            <a:ext cx="358775" cy="427038"/>
          </a:xfrm>
          <a:prstGeom prst="straightConnector1">
            <a:avLst/>
          </a:prstGeom>
          <a:noFill/>
          <a:ln w="57150">
            <a:solidFill>
              <a:srgbClr val="3B3838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7" name="Google Shape;90;p17">
            <a:extLst>
              <a:ext uri="{FF2B5EF4-FFF2-40B4-BE49-F238E27FC236}">
                <a16:creationId xmlns:a16="http://schemas.microsoft.com/office/drawing/2014/main" id="{95E04E96-4422-748A-41CD-25EC8115626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064875" y="3309938"/>
            <a:ext cx="304800" cy="361950"/>
          </a:xfrm>
          <a:prstGeom prst="straightConnector1">
            <a:avLst/>
          </a:prstGeom>
          <a:noFill/>
          <a:ln w="57150">
            <a:solidFill>
              <a:srgbClr val="3B3838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diagonales redondeadas 4">
            <a:extLst>
              <a:ext uri="{FF2B5EF4-FFF2-40B4-BE49-F238E27FC236}">
                <a16:creationId xmlns:a16="http://schemas.microsoft.com/office/drawing/2014/main" id="{85979250-9354-B78B-14B3-F242A306B0B7}"/>
              </a:ext>
            </a:extLst>
          </p:cNvPr>
          <p:cNvSpPr/>
          <p:nvPr/>
        </p:nvSpPr>
        <p:spPr>
          <a:xfrm>
            <a:off x="263525" y="260350"/>
            <a:ext cx="11664950" cy="1152525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ACAF2DA-A261-F2A2-8CFB-96B0F53FE3F8}"/>
              </a:ext>
            </a:extLst>
          </p:cNvPr>
          <p:cNvSpPr txBox="1"/>
          <p:nvPr/>
        </p:nvSpPr>
        <p:spPr>
          <a:xfrm>
            <a:off x="407988" y="328613"/>
            <a:ext cx="11168062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5200" b="1" dirty="0">
                <a:solidFill>
                  <a:schemeClr val="accent4"/>
                </a:solidFill>
                <a:latin typeface="Agency FB" panose="020B0503020202020204" pitchFamily="34" charset="0"/>
              </a:rPr>
              <a:t>Conceptos iniciales</a:t>
            </a:r>
            <a:r>
              <a:rPr lang="es-ES" sz="6000" b="1" dirty="0">
                <a:solidFill>
                  <a:schemeClr val="accent4"/>
                </a:solidFill>
                <a:latin typeface="Agency FB" panose="020B0503020202020204" pitchFamily="34" charset="0"/>
              </a:rPr>
              <a:t>- </a:t>
            </a:r>
            <a:r>
              <a:rPr lang="es-ES" sz="5400" b="1" dirty="0" err="1">
                <a:solidFill>
                  <a:schemeClr val="accent4"/>
                </a:solidFill>
                <a:latin typeface="Agency FB" panose="020B0503020202020204" pitchFamily="34" charset="0"/>
              </a:rPr>
              <a:t>Arbol</a:t>
            </a:r>
            <a:r>
              <a:rPr lang="es-ES" sz="5400" b="1" dirty="0">
                <a:solidFill>
                  <a:schemeClr val="accent4"/>
                </a:solidFill>
                <a:latin typeface="Agency FB" panose="020B0503020202020204" pitchFamily="34" charset="0"/>
              </a:rPr>
              <a:t> Binario de Búsqueda</a:t>
            </a:r>
            <a:endParaRPr lang="es-AR" sz="5400" b="1" dirty="0">
              <a:solidFill>
                <a:schemeClr val="accent4"/>
              </a:solidFill>
              <a:latin typeface="Agency FB" panose="020B0503020202020204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753CF33-64EE-7865-E6C7-1A1C6753B795}"/>
              </a:ext>
            </a:extLst>
          </p:cNvPr>
          <p:cNvSpPr/>
          <p:nvPr/>
        </p:nvSpPr>
        <p:spPr bwMode="auto">
          <a:xfrm>
            <a:off x="309563" y="2054225"/>
            <a:ext cx="2349500" cy="852488"/>
          </a:xfrm>
          <a:prstGeom prst="rect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s-AR">
              <a:ln w="57150">
                <a:solidFill>
                  <a:schemeClr val="tx1">
                    <a:lumMod val="65000"/>
                    <a:lumOff val="35000"/>
                  </a:schemeClr>
                </a:solidFill>
              </a:ln>
            </a:endParaRPr>
          </a:p>
        </p:txBody>
      </p:sp>
      <p:sp>
        <p:nvSpPr>
          <p:cNvPr id="15" name="6 CuadroTexto">
            <a:extLst>
              <a:ext uri="{FF2B5EF4-FFF2-40B4-BE49-F238E27FC236}">
                <a16:creationId xmlns:a16="http://schemas.microsoft.com/office/drawing/2014/main" id="{48E1D04B-C32B-48EE-E4AC-7A8FA27A105E}"/>
              </a:ext>
            </a:extLst>
          </p:cNvPr>
          <p:cNvSpPr txBox="1"/>
          <p:nvPr/>
        </p:nvSpPr>
        <p:spPr bwMode="auto">
          <a:xfrm>
            <a:off x="438150" y="2133600"/>
            <a:ext cx="2055813" cy="706438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hangingPunct="1">
              <a:buClr>
                <a:srgbClr val="FFCC66"/>
              </a:buClr>
              <a:defRPr/>
            </a:pPr>
            <a:r>
              <a:rPr lang="es-ES_tradnl" sz="4000" dirty="0">
                <a:latin typeface="Agency FB" panose="020B0503020202020204" pitchFamily="34" charset="0"/>
              </a:rPr>
              <a:t>ARBOL</a:t>
            </a:r>
          </a:p>
        </p:txBody>
      </p:sp>
      <p:sp>
        <p:nvSpPr>
          <p:cNvPr id="19" name="6 CuadroTexto">
            <a:extLst>
              <a:ext uri="{FF2B5EF4-FFF2-40B4-BE49-F238E27FC236}">
                <a16:creationId xmlns:a16="http://schemas.microsoft.com/office/drawing/2014/main" id="{D9D74C8A-7A23-10AC-C748-CD52DF5CECF2}"/>
              </a:ext>
            </a:extLst>
          </p:cNvPr>
          <p:cNvSpPr txBox="1"/>
          <p:nvPr/>
        </p:nvSpPr>
        <p:spPr bwMode="auto">
          <a:xfrm>
            <a:off x="152400" y="4424363"/>
            <a:ext cx="6303963" cy="240030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buClr>
                <a:srgbClr val="FFCC66"/>
              </a:buClr>
              <a:defRPr/>
            </a:pPr>
            <a:r>
              <a:rPr lang="es-ES" sz="3000" dirty="0">
                <a:latin typeface="Agency FB" panose="020B0503020202020204" pitchFamily="34" charset="0"/>
              </a:rPr>
              <a:t>Es una estructura de datos dinámica. </a:t>
            </a:r>
          </a:p>
          <a:p>
            <a:pPr algn="just" eaLnBrk="1" hangingPunct="1">
              <a:buClr>
                <a:srgbClr val="FFCC66"/>
              </a:buClr>
              <a:defRPr/>
            </a:pPr>
            <a:r>
              <a:rPr lang="es-ES" sz="3000" dirty="0">
                <a:latin typeface="Agency FB" panose="020B0503020202020204" pitchFamily="34" charset="0"/>
              </a:rPr>
              <a:t>Su primer nodo se conoce como raíz. </a:t>
            </a:r>
          </a:p>
          <a:p>
            <a:pPr algn="just" eaLnBrk="1" hangingPunct="1">
              <a:buClr>
                <a:srgbClr val="FFCC66"/>
              </a:buClr>
              <a:defRPr/>
            </a:pPr>
            <a:r>
              <a:rPr lang="es-ES" sz="3000" dirty="0">
                <a:latin typeface="Agency FB" panose="020B0503020202020204" pitchFamily="34" charset="0"/>
              </a:rPr>
              <a:t>Los nodos sin hijos se llaman hojas.</a:t>
            </a:r>
          </a:p>
          <a:p>
            <a:pPr algn="just" eaLnBrk="1" hangingPunct="1">
              <a:buClr>
                <a:srgbClr val="FFCC66"/>
              </a:buClr>
              <a:defRPr/>
            </a:pPr>
            <a:r>
              <a:rPr lang="es-ES" sz="3000" dirty="0">
                <a:latin typeface="Agency FB" panose="020B0503020202020204" pitchFamily="34" charset="0"/>
              </a:rPr>
              <a:t>Cada nodo puede tener 0, 1 </a:t>
            </a:r>
            <a:r>
              <a:rPr lang="es-ES" sz="3000" dirty="0" err="1">
                <a:latin typeface="Agency FB" panose="020B0503020202020204" pitchFamily="34" charset="0"/>
              </a:rPr>
              <a:t>ó</a:t>
            </a:r>
            <a:r>
              <a:rPr lang="es-ES" sz="3000" dirty="0">
                <a:latin typeface="Agency FB" panose="020B0503020202020204" pitchFamily="34" charset="0"/>
              </a:rPr>
              <a:t> 2 hijos como máximo.</a:t>
            </a:r>
          </a:p>
          <a:p>
            <a:pPr algn="just" eaLnBrk="1" hangingPunct="1">
              <a:buClr>
                <a:srgbClr val="FFCC66"/>
              </a:buClr>
              <a:defRPr/>
            </a:pPr>
            <a:r>
              <a:rPr lang="es-ES" sz="3000" dirty="0">
                <a:latin typeface="Agency FB" panose="020B0503020202020204" pitchFamily="34" charset="0"/>
              </a:rPr>
              <a:t>Existe un orden entre todos los nodos del </a:t>
            </a:r>
            <a:r>
              <a:rPr lang="es-ES" sz="3000" dirty="0" err="1">
                <a:latin typeface="Agency FB" panose="020B0503020202020204" pitchFamily="34" charset="0"/>
              </a:rPr>
              <a:t>arbol</a:t>
            </a:r>
            <a:endParaRPr lang="es-ES" sz="3000" dirty="0">
              <a:latin typeface="Agency FB" panose="020B0503020202020204" pitchFamily="34" charset="0"/>
            </a:endParaRPr>
          </a:p>
        </p:txBody>
      </p:sp>
      <p:sp>
        <p:nvSpPr>
          <p:cNvPr id="24583" name="Google Shape;78;p17">
            <a:extLst>
              <a:ext uri="{FF2B5EF4-FFF2-40B4-BE49-F238E27FC236}">
                <a16:creationId xmlns:a16="http://schemas.microsoft.com/office/drawing/2014/main" id="{A3FB9BCA-7F57-5373-426D-A0C72B3F0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8163" y="1974850"/>
            <a:ext cx="546100" cy="590550"/>
          </a:xfrm>
          <a:prstGeom prst="ellipse">
            <a:avLst/>
          </a:prstGeom>
          <a:solidFill>
            <a:srgbClr val="BFBFBF"/>
          </a:solidFill>
          <a:ln w="57150">
            <a:solidFill>
              <a:srgbClr val="3B3838"/>
            </a:solidFill>
            <a:miter lim="800000"/>
            <a:headEnd type="none" w="sm" len="sm"/>
            <a:tailEnd type="none" w="sm" len="sm"/>
          </a:ln>
        </p:spPr>
        <p:txBody>
          <a:bodyPr lIns="91425" tIns="45700" rIns="91425" bIns="4570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000000"/>
              </a:buClr>
              <a:buSzPts val="1800"/>
              <a:buFont typeface="Arial" panose="020B0604020202020204" pitchFamily="34" charset="0"/>
              <a:buNone/>
            </a:pPr>
            <a:endParaRPr lang="es-AR" altLang="es-AR">
              <a:solidFill>
                <a:srgbClr val="000000"/>
              </a:solidFill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grpSp>
        <p:nvGrpSpPr>
          <p:cNvPr id="24584" name="Google Shape;111;p17">
            <a:extLst>
              <a:ext uri="{FF2B5EF4-FFF2-40B4-BE49-F238E27FC236}">
                <a16:creationId xmlns:a16="http://schemas.microsoft.com/office/drawing/2014/main" id="{A3613CB9-EFB6-89F5-7B0D-B9A93282156E}"/>
              </a:ext>
            </a:extLst>
          </p:cNvPr>
          <p:cNvGrpSpPr>
            <a:grpSpLocks/>
          </p:cNvGrpSpPr>
          <p:nvPr/>
        </p:nvGrpSpPr>
        <p:grpSpPr bwMode="auto">
          <a:xfrm>
            <a:off x="3317875" y="1936750"/>
            <a:ext cx="2547938" cy="2401888"/>
            <a:chOff x="8461698" y="1779387"/>
            <a:chExt cx="2547615" cy="2401824"/>
          </a:xfrm>
        </p:grpSpPr>
        <p:pic>
          <p:nvPicPr>
            <p:cNvPr id="24596" name="Google Shape;112;p17">
              <a:extLst>
                <a:ext uri="{FF2B5EF4-FFF2-40B4-BE49-F238E27FC236}">
                  <a16:creationId xmlns:a16="http://schemas.microsoft.com/office/drawing/2014/main" id="{B472544C-1987-A785-EF3F-DDC35CC6E39C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1698" y="1779387"/>
              <a:ext cx="2127128" cy="2401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597" name="Google Shape;113;p17">
              <a:extLst>
                <a:ext uri="{FF2B5EF4-FFF2-40B4-BE49-F238E27FC236}">
                  <a16:creationId xmlns:a16="http://schemas.microsoft.com/office/drawing/2014/main" id="{5E702263-8C0D-1E9B-6F37-8A9CF7A8F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3309" y="2790180"/>
              <a:ext cx="546004" cy="590550"/>
            </a:xfrm>
            <a:prstGeom prst="ellipse">
              <a:avLst/>
            </a:prstGeom>
            <a:solidFill>
              <a:srgbClr val="FFE699"/>
            </a:solidFill>
            <a:ln w="57150">
              <a:solidFill>
                <a:srgbClr val="3B3838"/>
              </a:solidFill>
              <a:miter lim="800000"/>
              <a:headEnd type="none" w="sm" len="sm"/>
              <a:tailEnd type="none" w="sm" len="sm"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Clr>
                  <a:srgbClr val="000000"/>
                </a:buClr>
                <a:buSzPts val="1800"/>
                <a:buFont typeface="Arial" panose="020B0604020202020204" pitchFamily="34" charset="0"/>
                <a:buNone/>
              </a:pPr>
              <a:endParaRPr lang="es-AR" altLang="es-AR">
                <a:solidFill>
                  <a:srgbClr val="000000"/>
                </a:solidFill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cxnSp>
          <p:nvCxnSpPr>
            <p:cNvPr id="24598" name="Google Shape;114;p17">
              <a:extLst>
                <a:ext uri="{FF2B5EF4-FFF2-40B4-BE49-F238E27FC236}">
                  <a16:creationId xmlns:a16="http://schemas.microsoft.com/office/drawing/2014/main" id="{B0404866-E60B-F1BE-4CC0-234E9D90E40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431565" y="2426643"/>
              <a:ext cx="304746" cy="363537"/>
            </a:xfrm>
            <a:prstGeom prst="straightConnector1">
              <a:avLst/>
            </a:prstGeom>
            <a:noFill/>
            <a:ln w="57150">
              <a:solidFill>
                <a:srgbClr val="3B3838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4585" name="Google Shape;82;p17">
            <a:extLst>
              <a:ext uri="{FF2B5EF4-FFF2-40B4-BE49-F238E27FC236}">
                <a16:creationId xmlns:a16="http://schemas.microsoft.com/office/drawing/2014/main" id="{25BB68FF-0BE3-4E96-E5CC-8523E261B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9288" y="1901825"/>
            <a:ext cx="546100" cy="590550"/>
          </a:xfrm>
          <a:prstGeom prst="ellipse">
            <a:avLst/>
          </a:prstGeom>
          <a:solidFill>
            <a:srgbClr val="D0CECE"/>
          </a:solidFill>
          <a:ln w="57150">
            <a:solidFill>
              <a:srgbClr val="3B3838"/>
            </a:solidFill>
            <a:miter lim="800000"/>
            <a:headEnd type="none" w="sm" len="sm"/>
            <a:tailEnd type="none" w="sm" len="sm"/>
          </a:ln>
        </p:spPr>
        <p:txBody>
          <a:bodyPr lIns="91425" tIns="45700" rIns="91425" bIns="4570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000000"/>
              </a:buClr>
              <a:buSzPts val="1800"/>
              <a:buFont typeface="Arial" panose="020B0604020202020204" pitchFamily="34" charset="0"/>
              <a:buNone/>
            </a:pPr>
            <a:endParaRPr lang="es-AR" altLang="es-AR">
              <a:solidFill>
                <a:srgbClr val="000000"/>
              </a:solidFill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sp>
        <p:nvSpPr>
          <p:cNvPr id="24586" name="Google Shape;83;p17">
            <a:extLst>
              <a:ext uri="{FF2B5EF4-FFF2-40B4-BE49-F238E27FC236}">
                <a16:creationId xmlns:a16="http://schemas.microsoft.com/office/drawing/2014/main" id="{9C81E2DC-733B-3B4B-7EA3-5715D5273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8388" y="2803525"/>
            <a:ext cx="547687" cy="590550"/>
          </a:xfrm>
          <a:prstGeom prst="ellipse">
            <a:avLst/>
          </a:prstGeom>
          <a:solidFill>
            <a:srgbClr val="C5E0B4"/>
          </a:solidFill>
          <a:ln w="57150">
            <a:solidFill>
              <a:srgbClr val="3B3838"/>
            </a:solidFill>
            <a:miter lim="800000"/>
            <a:headEnd type="none" w="sm" len="sm"/>
            <a:tailEnd type="none" w="sm" len="sm"/>
          </a:ln>
        </p:spPr>
        <p:txBody>
          <a:bodyPr lIns="91425" tIns="45700" rIns="91425" bIns="4570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000000"/>
              </a:buClr>
              <a:buSzPts val="1800"/>
              <a:buFont typeface="Arial" panose="020B0604020202020204" pitchFamily="34" charset="0"/>
              <a:buNone/>
            </a:pPr>
            <a:endParaRPr lang="es-AR" altLang="es-AR">
              <a:solidFill>
                <a:srgbClr val="000000"/>
              </a:solidFill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sp>
        <p:nvSpPr>
          <p:cNvPr id="24587" name="Google Shape;84;p17">
            <a:extLst>
              <a:ext uri="{FF2B5EF4-FFF2-40B4-BE49-F238E27FC236}">
                <a16:creationId xmlns:a16="http://schemas.microsoft.com/office/drawing/2014/main" id="{0847D7B6-FCDB-45E1-8620-D39CF7CA3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01325" y="2757488"/>
            <a:ext cx="546100" cy="590550"/>
          </a:xfrm>
          <a:prstGeom prst="ellipse">
            <a:avLst/>
          </a:prstGeom>
          <a:solidFill>
            <a:srgbClr val="C5E0B4"/>
          </a:solidFill>
          <a:ln w="57150">
            <a:solidFill>
              <a:srgbClr val="3B3838"/>
            </a:solidFill>
            <a:miter lim="800000"/>
            <a:headEnd type="none" w="sm" len="sm"/>
            <a:tailEnd type="none" w="sm" len="sm"/>
          </a:ln>
        </p:spPr>
        <p:txBody>
          <a:bodyPr lIns="91425" tIns="45700" rIns="91425" bIns="4570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000000"/>
              </a:buClr>
              <a:buSzPts val="1800"/>
              <a:buFont typeface="Arial" panose="020B0604020202020204" pitchFamily="34" charset="0"/>
              <a:buNone/>
            </a:pPr>
            <a:endParaRPr lang="es-AR" altLang="es-AR">
              <a:solidFill>
                <a:srgbClr val="000000"/>
              </a:solidFill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sp>
        <p:nvSpPr>
          <p:cNvPr id="24588" name="Google Shape;85;p17">
            <a:extLst>
              <a:ext uri="{FF2B5EF4-FFF2-40B4-BE49-F238E27FC236}">
                <a16:creationId xmlns:a16="http://schemas.microsoft.com/office/drawing/2014/main" id="{097697D6-136C-380C-6104-62B5D106D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9088" y="3657600"/>
            <a:ext cx="546100" cy="590550"/>
          </a:xfrm>
          <a:prstGeom prst="ellipse">
            <a:avLst/>
          </a:prstGeom>
          <a:solidFill>
            <a:srgbClr val="FFE699"/>
          </a:solidFill>
          <a:ln w="57150">
            <a:solidFill>
              <a:srgbClr val="3B3838"/>
            </a:solidFill>
            <a:miter lim="800000"/>
            <a:headEnd type="none" w="sm" len="sm"/>
            <a:tailEnd type="none" w="sm" len="sm"/>
          </a:ln>
        </p:spPr>
        <p:txBody>
          <a:bodyPr lIns="91425" tIns="45700" rIns="91425" bIns="4570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000000"/>
              </a:buClr>
              <a:buSzPts val="1800"/>
              <a:buFont typeface="Arial" panose="020B0604020202020204" pitchFamily="34" charset="0"/>
              <a:buNone/>
            </a:pPr>
            <a:endParaRPr lang="es-AR" altLang="es-AR">
              <a:solidFill>
                <a:srgbClr val="000000"/>
              </a:solidFill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sp>
        <p:nvSpPr>
          <p:cNvPr id="24589" name="Google Shape;86;p17">
            <a:extLst>
              <a:ext uri="{FF2B5EF4-FFF2-40B4-BE49-F238E27FC236}">
                <a16:creationId xmlns:a16="http://schemas.microsoft.com/office/drawing/2014/main" id="{BB510596-FF0C-92A6-EB2D-57F0A6171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6950" y="3671888"/>
            <a:ext cx="546100" cy="590550"/>
          </a:xfrm>
          <a:prstGeom prst="ellipse">
            <a:avLst/>
          </a:prstGeom>
          <a:solidFill>
            <a:srgbClr val="FFE699"/>
          </a:solidFill>
          <a:ln w="57150">
            <a:solidFill>
              <a:srgbClr val="3B3838"/>
            </a:solidFill>
            <a:miter lim="800000"/>
            <a:headEnd type="none" w="sm" len="sm"/>
            <a:tailEnd type="none" w="sm" len="sm"/>
          </a:ln>
        </p:spPr>
        <p:txBody>
          <a:bodyPr lIns="91425" tIns="45700" rIns="91425" bIns="4570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000000"/>
              </a:buClr>
              <a:buSzPts val="1800"/>
              <a:buFont typeface="Arial" panose="020B0604020202020204" pitchFamily="34" charset="0"/>
              <a:buNone/>
            </a:pPr>
            <a:endParaRPr lang="es-AR" altLang="es-AR">
              <a:solidFill>
                <a:srgbClr val="000000"/>
              </a:solidFill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cxnSp>
        <p:nvCxnSpPr>
          <p:cNvPr id="24590" name="Google Shape;87;p17">
            <a:extLst>
              <a:ext uri="{FF2B5EF4-FFF2-40B4-BE49-F238E27FC236}">
                <a16:creationId xmlns:a16="http://schemas.microsoft.com/office/drawing/2014/main" id="{93D9EFD7-9560-78B7-8C4C-177BEF890A1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9155113" y="2406650"/>
            <a:ext cx="465137" cy="482600"/>
          </a:xfrm>
          <a:prstGeom prst="straightConnector1">
            <a:avLst/>
          </a:prstGeom>
          <a:noFill/>
          <a:ln w="57150">
            <a:solidFill>
              <a:srgbClr val="3B3838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1" name="Google Shape;88;p17">
            <a:extLst>
              <a:ext uri="{FF2B5EF4-FFF2-40B4-BE49-F238E27FC236}">
                <a16:creationId xmlns:a16="http://schemas.microsoft.com/office/drawing/2014/main" id="{B85194F6-3C70-A0BB-54C2-E92F4B0F6B0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0085388" y="2366963"/>
            <a:ext cx="595312" cy="476250"/>
          </a:xfrm>
          <a:prstGeom prst="straightConnector1">
            <a:avLst/>
          </a:prstGeom>
          <a:noFill/>
          <a:ln w="57150">
            <a:solidFill>
              <a:srgbClr val="3B3838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2" name="Google Shape;89;p17">
            <a:extLst>
              <a:ext uri="{FF2B5EF4-FFF2-40B4-BE49-F238E27FC236}">
                <a16:creationId xmlns:a16="http://schemas.microsoft.com/office/drawing/2014/main" id="{AEC29834-ED97-C1CD-756F-925673A526B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9177338" y="3294063"/>
            <a:ext cx="304800" cy="363537"/>
          </a:xfrm>
          <a:prstGeom prst="straightConnector1">
            <a:avLst/>
          </a:prstGeom>
          <a:noFill/>
          <a:ln w="57150">
            <a:solidFill>
              <a:srgbClr val="3B3838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593" name="Google Shape;91;p17">
            <a:extLst>
              <a:ext uri="{FF2B5EF4-FFF2-40B4-BE49-F238E27FC236}">
                <a16:creationId xmlns:a16="http://schemas.microsoft.com/office/drawing/2014/main" id="{862FFBD2-5689-EFCA-4AF7-D1D77F328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2350" y="3662363"/>
            <a:ext cx="546100" cy="590550"/>
          </a:xfrm>
          <a:prstGeom prst="ellipse">
            <a:avLst/>
          </a:prstGeom>
          <a:solidFill>
            <a:srgbClr val="FFE699"/>
          </a:solidFill>
          <a:ln w="57150">
            <a:solidFill>
              <a:srgbClr val="3B3838"/>
            </a:solidFill>
            <a:miter lim="800000"/>
            <a:headEnd type="none" w="sm" len="sm"/>
            <a:tailEnd type="none" w="sm" len="sm"/>
          </a:ln>
        </p:spPr>
        <p:txBody>
          <a:bodyPr lIns="91425" tIns="45700" rIns="91425" bIns="4570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000000"/>
              </a:buClr>
              <a:buSzPts val="1800"/>
              <a:buFont typeface="Arial" panose="020B0604020202020204" pitchFamily="34" charset="0"/>
              <a:buNone/>
            </a:pPr>
            <a:endParaRPr lang="es-AR" altLang="es-AR">
              <a:solidFill>
                <a:srgbClr val="000000"/>
              </a:solidFill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cxnSp>
        <p:nvCxnSpPr>
          <p:cNvPr id="24594" name="Google Shape;92;p17">
            <a:extLst>
              <a:ext uri="{FF2B5EF4-FFF2-40B4-BE49-F238E27FC236}">
                <a16:creationId xmlns:a16="http://schemas.microsoft.com/office/drawing/2014/main" id="{09F94AAF-ADF6-2172-F362-5870B88F65F7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0379075" y="3321050"/>
            <a:ext cx="358775" cy="427038"/>
          </a:xfrm>
          <a:prstGeom prst="straightConnector1">
            <a:avLst/>
          </a:prstGeom>
          <a:noFill/>
          <a:ln w="57150">
            <a:solidFill>
              <a:srgbClr val="3B3838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5" name="Google Shape;90;p17">
            <a:extLst>
              <a:ext uri="{FF2B5EF4-FFF2-40B4-BE49-F238E27FC236}">
                <a16:creationId xmlns:a16="http://schemas.microsoft.com/office/drawing/2014/main" id="{F9209E38-6F46-B1BB-AE1C-4A6EF00EDC5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064875" y="3309938"/>
            <a:ext cx="304800" cy="361950"/>
          </a:xfrm>
          <a:prstGeom prst="straightConnector1">
            <a:avLst/>
          </a:prstGeom>
          <a:noFill/>
          <a:ln w="57150">
            <a:solidFill>
              <a:srgbClr val="3B3838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diagonales redondeadas 4">
            <a:extLst>
              <a:ext uri="{FF2B5EF4-FFF2-40B4-BE49-F238E27FC236}">
                <a16:creationId xmlns:a16="http://schemas.microsoft.com/office/drawing/2014/main" id="{6E6A6DF9-0F10-833E-2031-F3AFD858418B}"/>
              </a:ext>
            </a:extLst>
          </p:cNvPr>
          <p:cNvSpPr/>
          <p:nvPr/>
        </p:nvSpPr>
        <p:spPr>
          <a:xfrm>
            <a:off x="263525" y="260350"/>
            <a:ext cx="11664950" cy="1152525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EBA9A95-BD43-8D5F-E744-F95F34565944}"/>
              </a:ext>
            </a:extLst>
          </p:cNvPr>
          <p:cNvSpPr txBox="1"/>
          <p:nvPr/>
        </p:nvSpPr>
        <p:spPr>
          <a:xfrm>
            <a:off x="407988" y="328613"/>
            <a:ext cx="11168062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5200" b="1" dirty="0">
                <a:solidFill>
                  <a:schemeClr val="accent4"/>
                </a:solidFill>
                <a:latin typeface="Agency FB" panose="020B0503020202020204" pitchFamily="34" charset="0"/>
              </a:rPr>
              <a:t>Conceptos iniciales</a:t>
            </a:r>
            <a:r>
              <a:rPr lang="es-ES" sz="6000" b="1" dirty="0">
                <a:solidFill>
                  <a:schemeClr val="accent4"/>
                </a:solidFill>
                <a:latin typeface="Agency FB" panose="020B0503020202020204" pitchFamily="34" charset="0"/>
              </a:rPr>
              <a:t>- </a:t>
            </a:r>
            <a:r>
              <a:rPr lang="es-ES" sz="5400" b="1" dirty="0" err="1">
                <a:solidFill>
                  <a:schemeClr val="accent4"/>
                </a:solidFill>
                <a:latin typeface="Agency FB" panose="020B0503020202020204" pitchFamily="34" charset="0"/>
              </a:rPr>
              <a:t>Arbol</a:t>
            </a:r>
            <a:r>
              <a:rPr lang="es-ES" sz="5400" b="1" dirty="0">
                <a:solidFill>
                  <a:schemeClr val="accent4"/>
                </a:solidFill>
                <a:latin typeface="Agency FB" panose="020B0503020202020204" pitchFamily="34" charset="0"/>
              </a:rPr>
              <a:t> Binario de Búsqueda</a:t>
            </a:r>
            <a:endParaRPr lang="es-AR" sz="5400" b="1" dirty="0">
              <a:solidFill>
                <a:schemeClr val="accent4"/>
              </a:solidFill>
              <a:latin typeface="Agency FB" panose="020B0503020202020204" pitchFamily="34" charset="0"/>
            </a:endParaRPr>
          </a:p>
        </p:txBody>
      </p:sp>
      <p:grpSp>
        <p:nvGrpSpPr>
          <p:cNvPr id="26628" name="Google Shape;124;p18">
            <a:extLst>
              <a:ext uri="{FF2B5EF4-FFF2-40B4-BE49-F238E27FC236}">
                <a16:creationId xmlns:a16="http://schemas.microsoft.com/office/drawing/2014/main" id="{EC326636-FE3D-69AD-E77D-B598EE146983}"/>
              </a:ext>
            </a:extLst>
          </p:cNvPr>
          <p:cNvGrpSpPr>
            <a:grpSpLocks/>
          </p:cNvGrpSpPr>
          <p:nvPr/>
        </p:nvGrpSpPr>
        <p:grpSpPr bwMode="auto">
          <a:xfrm>
            <a:off x="896938" y="1820863"/>
            <a:ext cx="4659312" cy="2820987"/>
            <a:chOff x="497555" y="1412776"/>
            <a:chExt cx="4680520" cy="3024336"/>
          </a:xfrm>
        </p:grpSpPr>
        <p:grpSp>
          <p:nvGrpSpPr>
            <p:cNvPr id="26651" name="Google Shape;125;p18">
              <a:extLst>
                <a:ext uri="{FF2B5EF4-FFF2-40B4-BE49-F238E27FC236}">
                  <a16:creationId xmlns:a16="http://schemas.microsoft.com/office/drawing/2014/main" id="{FC0745FD-F317-8755-9614-242C904A58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7555" y="1412776"/>
              <a:ext cx="4680520" cy="3024336"/>
              <a:chOff x="839416" y="1700808"/>
              <a:chExt cx="3568700" cy="2423575"/>
            </a:xfrm>
          </p:grpSpPr>
          <p:grpSp>
            <p:nvGrpSpPr>
              <p:cNvPr id="26659" name="Google Shape;126;p18">
                <a:extLst>
                  <a:ext uri="{FF2B5EF4-FFF2-40B4-BE49-F238E27FC236}">
                    <a16:creationId xmlns:a16="http://schemas.microsoft.com/office/drawing/2014/main" id="{D4B529EA-A79D-49E7-04B0-ADFA7C5EEB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9416" y="1700808"/>
                <a:ext cx="3568700" cy="2360838"/>
                <a:chOff x="147639" y="1252014"/>
                <a:chExt cx="3567232" cy="2361884"/>
              </a:xfrm>
            </p:grpSpPr>
            <p:sp>
              <p:nvSpPr>
                <p:cNvPr id="26662" name="Google Shape;127;p18">
                  <a:extLst>
                    <a:ext uri="{FF2B5EF4-FFF2-40B4-BE49-F238E27FC236}">
                      <a16:creationId xmlns:a16="http://schemas.microsoft.com/office/drawing/2014/main" id="{1656536B-6696-FF17-FAD7-EDAE08C640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77842" y="1252014"/>
                  <a:ext cx="545720" cy="590812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26663" name="Google Shape;128;p18">
                  <a:extLst>
                    <a:ext uri="{FF2B5EF4-FFF2-40B4-BE49-F238E27FC236}">
                      <a16:creationId xmlns:a16="http://schemas.microsoft.com/office/drawing/2014/main" id="{44396404-669B-D482-588F-F3E1A1CC3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5839" y="2153923"/>
                  <a:ext cx="548150" cy="590813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26664" name="Google Shape;129;p18">
                  <a:extLst>
                    <a:ext uri="{FF2B5EF4-FFF2-40B4-BE49-F238E27FC236}">
                      <a16:creationId xmlns:a16="http://schemas.microsoft.com/office/drawing/2014/main" id="{92B02C2F-33C3-A6F2-D0E6-3D9F49F60E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38896" y="2108896"/>
                  <a:ext cx="545719" cy="589448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26665" name="Google Shape;130;p18">
                  <a:extLst>
                    <a:ext uri="{FF2B5EF4-FFF2-40B4-BE49-F238E27FC236}">
                      <a16:creationId xmlns:a16="http://schemas.microsoft.com/office/drawing/2014/main" id="{77B39138-7E7A-EC3D-5018-0218AC5594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639" y="3001255"/>
                  <a:ext cx="545719" cy="592177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26666" name="Google Shape;131;p18">
                  <a:extLst>
                    <a:ext uri="{FF2B5EF4-FFF2-40B4-BE49-F238E27FC236}">
                      <a16:creationId xmlns:a16="http://schemas.microsoft.com/office/drawing/2014/main" id="{254662D1-7F49-674B-C072-21EC78068D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7250" y="3008077"/>
                  <a:ext cx="545720" cy="590813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26667" name="Google Shape;132;p18">
                  <a:extLst>
                    <a:ext uri="{FF2B5EF4-FFF2-40B4-BE49-F238E27FC236}">
                      <a16:creationId xmlns:a16="http://schemas.microsoft.com/office/drawing/2014/main" id="{A02BC08B-4A35-C3AA-CC63-A560759248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9152" y="3023086"/>
                  <a:ext cx="545719" cy="590812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cxnSp>
              <p:nvCxnSpPr>
                <p:cNvPr id="26668" name="Google Shape;133;p18">
                  <a:extLst>
                    <a:ext uri="{FF2B5EF4-FFF2-40B4-BE49-F238E27FC236}">
                      <a16:creationId xmlns:a16="http://schemas.microsoft.com/office/drawing/2014/main" id="{C4DD3007-5F99-8DC3-E70D-C21510C693DC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1293772" y="1756865"/>
                  <a:ext cx="465503" cy="483020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6669" name="Google Shape;134;p18">
                  <a:extLst>
                    <a:ext uri="{FF2B5EF4-FFF2-40B4-BE49-F238E27FC236}">
                      <a16:creationId xmlns:a16="http://schemas.microsoft.com/office/drawing/2014/main" id="{631288A5-7373-0BD0-1D90-4275B8130018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2223562" y="1717295"/>
                  <a:ext cx="595552" cy="477562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6670" name="Google Shape;135;p18">
                  <a:extLst>
                    <a:ext uri="{FF2B5EF4-FFF2-40B4-BE49-F238E27FC236}">
                      <a16:creationId xmlns:a16="http://schemas.microsoft.com/office/drawing/2014/main" id="{CEDD11F4-44D2-C39E-A0E4-E33332CB92BD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614357" y="2660139"/>
                  <a:ext cx="358546" cy="427076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6671" name="Google Shape;136;p18">
                  <a:extLst>
                    <a:ext uri="{FF2B5EF4-FFF2-40B4-BE49-F238E27FC236}">
                      <a16:creationId xmlns:a16="http://schemas.microsoft.com/office/drawing/2014/main" id="{B96E5BA5-5EDD-5291-51EE-B3183517A70E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315649" y="2645130"/>
                  <a:ext cx="303853" cy="362947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6672" name="Google Shape;137;p18">
                  <a:extLst>
                    <a:ext uri="{FF2B5EF4-FFF2-40B4-BE49-F238E27FC236}">
                      <a16:creationId xmlns:a16="http://schemas.microsoft.com/office/drawing/2014/main" id="{7945EB0B-E191-B22C-B55A-69CE36C42329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3017225" y="2702437"/>
                  <a:ext cx="305069" cy="361583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26660" name="Google Shape;138;p18">
                <a:extLst>
                  <a:ext uri="{FF2B5EF4-FFF2-40B4-BE49-F238E27FC236}">
                    <a16:creationId xmlns:a16="http://schemas.microsoft.com/office/drawing/2014/main" id="{59F3D8A8-7A58-8C43-66E7-1839C52D5F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9738" y="3533833"/>
                <a:ext cx="547160" cy="590550"/>
              </a:xfrm>
              <a:prstGeom prst="ellipse">
                <a:avLst/>
              </a:prstGeom>
              <a:noFill/>
              <a:ln w="57150">
                <a:solidFill>
                  <a:srgbClr val="3B3838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45700" rIns="91425" bIns="45700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buClr>
                    <a:srgbClr val="000000"/>
                  </a:buClr>
                  <a:buSzPts val="1800"/>
                  <a:buFont typeface="Arial" panose="020B0604020202020204" pitchFamily="34" charset="0"/>
                  <a:buNone/>
                </a:pPr>
                <a:endParaRPr lang="es-AR" altLang="es-AR">
                  <a:solidFill>
                    <a:srgbClr val="000000"/>
                  </a:solidFill>
                  <a:cs typeface="Tahoma" panose="020B0604030504040204" pitchFamily="34" charset="0"/>
                  <a:sym typeface="Tahoma" panose="020B0604030504040204" pitchFamily="34" charset="0"/>
                </a:endParaRPr>
              </a:p>
            </p:txBody>
          </p:sp>
          <p:cxnSp>
            <p:nvCxnSpPr>
              <p:cNvPr id="26661" name="Google Shape;139;p18">
                <a:extLst>
                  <a:ext uri="{FF2B5EF4-FFF2-40B4-BE49-F238E27FC236}">
                    <a16:creationId xmlns:a16="http://schemas.microsoft.com/office/drawing/2014/main" id="{1A435939-59EE-27B6-6BD1-9B245A55484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257864" y="3192869"/>
                <a:ext cx="357478" cy="426887"/>
              </a:xfrm>
              <a:prstGeom prst="straightConnector1">
                <a:avLst/>
              </a:prstGeom>
              <a:noFill/>
              <a:ln w="57150">
                <a:solidFill>
                  <a:srgbClr val="3B3838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6652" name="Google Shape;140;p18">
              <a:extLst>
                <a:ext uri="{FF2B5EF4-FFF2-40B4-BE49-F238E27FC236}">
                  <a16:creationId xmlns:a16="http://schemas.microsoft.com/office/drawing/2014/main" id="{D0A3FCCE-297E-6295-6240-6A5AF7DE19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0849" y="1531588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15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6653" name="Google Shape;141;p18">
              <a:extLst>
                <a:ext uri="{FF2B5EF4-FFF2-40B4-BE49-F238E27FC236}">
                  <a16:creationId xmlns:a16="http://schemas.microsoft.com/office/drawing/2014/main" id="{7F7F2DEC-3AA5-5D3C-8882-7197E2F3AB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9641" y="2588463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24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6654" name="Google Shape;142;p18">
              <a:extLst>
                <a:ext uri="{FF2B5EF4-FFF2-40B4-BE49-F238E27FC236}">
                  <a16:creationId xmlns:a16="http://schemas.microsoft.com/office/drawing/2014/main" id="{C2268E7D-D1F7-B072-EE5C-98A62E0A71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4750" y="3807150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16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6655" name="Google Shape;143;p18">
              <a:extLst>
                <a:ext uri="{FF2B5EF4-FFF2-40B4-BE49-F238E27FC236}">
                  <a16:creationId xmlns:a16="http://schemas.microsoft.com/office/drawing/2014/main" id="{AB81B2BD-AC50-1BF2-6876-59B7584DB8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3580" y="3785014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30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6656" name="Google Shape;144;p18">
              <a:extLst>
                <a:ext uri="{FF2B5EF4-FFF2-40B4-BE49-F238E27FC236}">
                  <a16:creationId xmlns:a16="http://schemas.microsoft.com/office/drawing/2014/main" id="{530B52C9-3ABC-150C-7E07-F5C66F374E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5401" y="2662748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8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6657" name="Google Shape;145;p18">
              <a:extLst>
                <a:ext uri="{FF2B5EF4-FFF2-40B4-BE49-F238E27FC236}">
                  <a16:creationId xmlns:a16="http://schemas.microsoft.com/office/drawing/2014/main" id="{2D3B9D63-8D50-6999-FF76-2A3823F9D7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3841" y="3732688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12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6658" name="Google Shape;146;p18">
              <a:extLst>
                <a:ext uri="{FF2B5EF4-FFF2-40B4-BE49-F238E27FC236}">
                  <a16:creationId xmlns:a16="http://schemas.microsoft.com/office/drawing/2014/main" id="{7BB866DE-E7CE-68EE-B367-1C1F18A43D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305" y="3727872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7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26629" name="Google Shape;147;p18">
            <a:extLst>
              <a:ext uri="{FF2B5EF4-FFF2-40B4-BE49-F238E27FC236}">
                <a16:creationId xmlns:a16="http://schemas.microsoft.com/office/drawing/2014/main" id="{68AE15D9-6337-F259-70E2-C96F1CF825E6}"/>
              </a:ext>
            </a:extLst>
          </p:cNvPr>
          <p:cNvGrpSpPr>
            <a:grpSpLocks/>
          </p:cNvGrpSpPr>
          <p:nvPr/>
        </p:nvGrpSpPr>
        <p:grpSpPr bwMode="auto">
          <a:xfrm>
            <a:off x="7535863" y="1785938"/>
            <a:ext cx="3773487" cy="2819400"/>
            <a:chOff x="1387948" y="1412776"/>
            <a:chExt cx="3790128" cy="3024336"/>
          </a:xfrm>
        </p:grpSpPr>
        <p:grpSp>
          <p:nvGrpSpPr>
            <p:cNvPr id="26632" name="Google Shape;148;p18">
              <a:extLst>
                <a:ext uri="{FF2B5EF4-FFF2-40B4-BE49-F238E27FC236}">
                  <a16:creationId xmlns:a16="http://schemas.microsoft.com/office/drawing/2014/main" id="{6D9FFD56-1AAB-7017-864C-CF598A1A51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7948" y="1412776"/>
              <a:ext cx="3790128" cy="3024336"/>
              <a:chOff x="1518303" y="1700808"/>
              <a:chExt cx="2889813" cy="2423575"/>
            </a:xfrm>
          </p:grpSpPr>
          <p:grpSp>
            <p:nvGrpSpPr>
              <p:cNvPr id="26639" name="Google Shape;149;p18">
                <a:extLst>
                  <a:ext uri="{FF2B5EF4-FFF2-40B4-BE49-F238E27FC236}">
                    <a16:creationId xmlns:a16="http://schemas.microsoft.com/office/drawing/2014/main" id="{70510A19-3D3E-A221-1572-D131CAF1C89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18303" y="1700808"/>
                <a:ext cx="2889813" cy="2359438"/>
                <a:chOff x="826247" y="1252014"/>
                <a:chExt cx="2888624" cy="2360484"/>
              </a:xfrm>
            </p:grpSpPr>
            <p:sp>
              <p:nvSpPr>
                <p:cNvPr id="26642" name="Google Shape;150;p18">
                  <a:extLst>
                    <a:ext uri="{FF2B5EF4-FFF2-40B4-BE49-F238E27FC236}">
                      <a16:creationId xmlns:a16="http://schemas.microsoft.com/office/drawing/2014/main" id="{0FB5A00E-811A-9723-7CC5-A800F046DF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78130" y="1252014"/>
                  <a:ext cx="545643" cy="589780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26643" name="Google Shape;151;p18">
                  <a:extLst>
                    <a:ext uri="{FF2B5EF4-FFF2-40B4-BE49-F238E27FC236}">
                      <a16:creationId xmlns:a16="http://schemas.microsoft.com/office/drawing/2014/main" id="{C54D9E4F-13DD-FFA0-2730-1EB31D7C61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247" y="2153066"/>
                  <a:ext cx="548073" cy="591144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26644" name="Google Shape;152;p18">
                  <a:extLst>
                    <a:ext uri="{FF2B5EF4-FFF2-40B4-BE49-F238E27FC236}">
                      <a16:creationId xmlns:a16="http://schemas.microsoft.com/office/drawing/2014/main" id="{075EFCDB-BD09-1EE4-603C-D455D6A3F8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39034" y="2108013"/>
                  <a:ext cx="545642" cy="589780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26645" name="Google Shape;153;p18">
                  <a:extLst>
                    <a:ext uri="{FF2B5EF4-FFF2-40B4-BE49-F238E27FC236}">
                      <a16:creationId xmlns:a16="http://schemas.microsoft.com/office/drawing/2014/main" id="{E02456A5-CCAD-AEF1-3CD1-6273AD2952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7584" y="3007701"/>
                  <a:ext cx="545643" cy="591144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26646" name="Google Shape;154;p18">
                  <a:extLst>
                    <a:ext uri="{FF2B5EF4-FFF2-40B4-BE49-F238E27FC236}">
                      <a16:creationId xmlns:a16="http://schemas.microsoft.com/office/drawing/2014/main" id="{531D5F99-ADB5-6A36-1FD5-C89C887070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9229" y="3022718"/>
                  <a:ext cx="545642" cy="589780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cxnSp>
              <p:nvCxnSpPr>
                <p:cNvPr id="26647" name="Google Shape;155;p18">
                  <a:extLst>
                    <a:ext uri="{FF2B5EF4-FFF2-40B4-BE49-F238E27FC236}">
                      <a16:creationId xmlns:a16="http://schemas.microsoft.com/office/drawing/2014/main" id="{5165FB91-5810-8057-86A2-FAAC98F4DBAC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1292899" y="1757149"/>
                  <a:ext cx="465436" cy="481926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6648" name="Google Shape;156;p18">
                  <a:extLst>
                    <a:ext uri="{FF2B5EF4-FFF2-40B4-BE49-F238E27FC236}">
                      <a16:creationId xmlns:a16="http://schemas.microsoft.com/office/drawing/2014/main" id="{FA4B12DD-358D-FC81-07D7-25A1C2C58AC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2223772" y="1717557"/>
                  <a:ext cx="594252" cy="476466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6649" name="Google Shape;157;p18">
                  <a:extLst>
                    <a:ext uri="{FF2B5EF4-FFF2-40B4-BE49-F238E27FC236}">
                      <a16:creationId xmlns:a16="http://schemas.microsoft.com/office/drawing/2014/main" id="{A7342FEB-5AFC-6558-A419-561DC672DEDE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315988" y="2644549"/>
                  <a:ext cx="303810" cy="363151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6650" name="Google Shape;158;p18">
                  <a:extLst>
                    <a:ext uri="{FF2B5EF4-FFF2-40B4-BE49-F238E27FC236}">
                      <a16:creationId xmlns:a16="http://schemas.microsoft.com/office/drawing/2014/main" id="{B73294D2-C840-6240-13D1-36F50C954BA1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3017324" y="2701889"/>
                  <a:ext cx="303810" cy="361786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26640" name="Google Shape;159;p18">
                <a:extLst>
                  <a:ext uri="{FF2B5EF4-FFF2-40B4-BE49-F238E27FC236}">
                    <a16:creationId xmlns:a16="http://schemas.microsoft.com/office/drawing/2014/main" id="{5563FA04-E5D2-0A48-0C0F-AE83C0E530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9967" y="3534865"/>
                <a:ext cx="547083" cy="589518"/>
              </a:xfrm>
              <a:prstGeom prst="ellipse">
                <a:avLst/>
              </a:prstGeom>
              <a:noFill/>
              <a:ln w="57150">
                <a:solidFill>
                  <a:srgbClr val="3B3838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45700" rIns="91425" bIns="45700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buClr>
                    <a:srgbClr val="000000"/>
                  </a:buClr>
                  <a:buSzPts val="1800"/>
                  <a:buFont typeface="Arial" panose="020B0604020202020204" pitchFamily="34" charset="0"/>
                  <a:buNone/>
                </a:pPr>
                <a:endParaRPr lang="es-AR" altLang="es-AR">
                  <a:solidFill>
                    <a:srgbClr val="000000"/>
                  </a:solidFill>
                  <a:cs typeface="Tahoma" panose="020B0604030504040204" pitchFamily="34" charset="0"/>
                  <a:sym typeface="Tahoma" panose="020B0604030504040204" pitchFamily="34" charset="0"/>
                </a:endParaRPr>
              </a:p>
            </p:txBody>
          </p:sp>
          <p:cxnSp>
            <p:nvCxnSpPr>
              <p:cNvPr id="26641" name="Google Shape;160;p18">
                <a:extLst>
                  <a:ext uri="{FF2B5EF4-FFF2-40B4-BE49-F238E27FC236}">
                    <a16:creationId xmlns:a16="http://schemas.microsoft.com/office/drawing/2014/main" id="{3AB1D814-A836-A281-4A13-92E2325C511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256811" y="3192343"/>
                <a:ext cx="358643" cy="427128"/>
              </a:xfrm>
              <a:prstGeom prst="straightConnector1">
                <a:avLst/>
              </a:prstGeom>
              <a:noFill/>
              <a:ln w="57150">
                <a:solidFill>
                  <a:srgbClr val="3B3838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6633" name="Google Shape;161;p18">
              <a:extLst>
                <a:ext uri="{FF2B5EF4-FFF2-40B4-BE49-F238E27FC236}">
                  <a16:creationId xmlns:a16="http://schemas.microsoft.com/office/drawing/2014/main" id="{314683C8-C359-E470-665C-85EB66BD00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0849" y="1531588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15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6634" name="Google Shape;162;p18">
              <a:extLst>
                <a:ext uri="{FF2B5EF4-FFF2-40B4-BE49-F238E27FC236}">
                  <a16:creationId xmlns:a16="http://schemas.microsoft.com/office/drawing/2014/main" id="{B11E423E-6CE7-AF16-1076-C09EFDB0E4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9641" y="2588463"/>
              <a:ext cx="538151" cy="495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8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6635" name="Google Shape;163;p18">
              <a:extLst>
                <a:ext uri="{FF2B5EF4-FFF2-40B4-BE49-F238E27FC236}">
                  <a16:creationId xmlns:a16="http://schemas.microsoft.com/office/drawing/2014/main" id="{601EC771-8E0E-3940-3D66-1C5165A686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4750" y="3807150"/>
              <a:ext cx="538151" cy="495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10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6636" name="Google Shape;164;p18">
              <a:extLst>
                <a:ext uri="{FF2B5EF4-FFF2-40B4-BE49-F238E27FC236}">
                  <a16:creationId xmlns:a16="http://schemas.microsoft.com/office/drawing/2014/main" id="{9BA2A60A-F678-EE77-6AA5-05B7FFCDE7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3580" y="3785014"/>
              <a:ext cx="538151" cy="495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4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6637" name="Google Shape;165;p18">
              <a:extLst>
                <a:ext uri="{FF2B5EF4-FFF2-40B4-BE49-F238E27FC236}">
                  <a16:creationId xmlns:a16="http://schemas.microsoft.com/office/drawing/2014/main" id="{1AE27555-3E1F-25E0-AC22-FE6EB07D1D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5401" y="2662748"/>
              <a:ext cx="538151" cy="495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30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6638" name="Google Shape;166;p18">
              <a:extLst>
                <a:ext uri="{FF2B5EF4-FFF2-40B4-BE49-F238E27FC236}">
                  <a16:creationId xmlns:a16="http://schemas.microsoft.com/office/drawing/2014/main" id="{BC7AAEF9-5892-7D64-533D-D73468B487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3841" y="3732688"/>
              <a:ext cx="538151" cy="495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24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66" name="6 CuadroTexto">
            <a:extLst>
              <a:ext uri="{FF2B5EF4-FFF2-40B4-BE49-F238E27FC236}">
                <a16:creationId xmlns:a16="http://schemas.microsoft.com/office/drawing/2014/main" id="{FA37423A-2C9A-BFBB-86C0-DA66ACAE9ADD}"/>
              </a:ext>
            </a:extLst>
          </p:cNvPr>
          <p:cNvSpPr txBox="1"/>
          <p:nvPr/>
        </p:nvSpPr>
        <p:spPr bwMode="auto">
          <a:xfrm>
            <a:off x="587375" y="5051425"/>
            <a:ext cx="5292725" cy="1476375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buClr>
                <a:srgbClr val="FFCC66"/>
              </a:buClr>
              <a:defRPr/>
            </a:pPr>
            <a:r>
              <a:rPr lang="es-ES" sz="3000" dirty="0">
                <a:latin typeface="Agency FB" panose="020B0503020202020204" pitchFamily="34" charset="0"/>
              </a:rPr>
              <a:t>Todos los nodos ubicados a la izquierda de su padre son menores y todos los de la derecha son mayores.</a:t>
            </a:r>
          </a:p>
        </p:txBody>
      </p:sp>
      <p:sp>
        <p:nvSpPr>
          <p:cNvPr id="67" name="6 CuadroTexto">
            <a:extLst>
              <a:ext uri="{FF2B5EF4-FFF2-40B4-BE49-F238E27FC236}">
                <a16:creationId xmlns:a16="http://schemas.microsoft.com/office/drawing/2014/main" id="{1B5E9E6C-CD35-B707-F5E7-768CCCC99B0F}"/>
              </a:ext>
            </a:extLst>
          </p:cNvPr>
          <p:cNvSpPr txBox="1"/>
          <p:nvPr/>
        </p:nvSpPr>
        <p:spPr bwMode="auto">
          <a:xfrm>
            <a:off x="6918325" y="5021263"/>
            <a:ext cx="5010150" cy="1477962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buClr>
                <a:srgbClr val="FFCC66"/>
              </a:buClr>
              <a:defRPr/>
            </a:pPr>
            <a:r>
              <a:rPr lang="es-ES" sz="3000" dirty="0">
                <a:latin typeface="Agency FB" panose="020B0503020202020204" pitchFamily="34" charset="0"/>
              </a:rPr>
              <a:t>Todos los nodos ubicados a la derecha de su padre son menores y todos los de la izquierda son mayores.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diagonales redondeadas 4">
            <a:extLst>
              <a:ext uri="{FF2B5EF4-FFF2-40B4-BE49-F238E27FC236}">
                <a16:creationId xmlns:a16="http://schemas.microsoft.com/office/drawing/2014/main" id="{939CE3DE-6EB3-9B39-6249-1B4B837A51A5}"/>
              </a:ext>
            </a:extLst>
          </p:cNvPr>
          <p:cNvSpPr/>
          <p:nvPr/>
        </p:nvSpPr>
        <p:spPr>
          <a:xfrm>
            <a:off x="263525" y="260350"/>
            <a:ext cx="11664950" cy="1152525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242A4A9-B0FA-C427-2E01-EEC72A83241F}"/>
              </a:ext>
            </a:extLst>
          </p:cNvPr>
          <p:cNvSpPr txBox="1"/>
          <p:nvPr/>
        </p:nvSpPr>
        <p:spPr>
          <a:xfrm>
            <a:off x="407988" y="328613"/>
            <a:ext cx="11168062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5200" b="1" dirty="0">
                <a:solidFill>
                  <a:schemeClr val="accent4"/>
                </a:solidFill>
                <a:latin typeface="Agency FB" panose="020B0503020202020204" pitchFamily="34" charset="0"/>
              </a:rPr>
              <a:t>Conceptos iniciales</a:t>
            </a:r>
            <a:r>
              <a:rPr lang="es-ES" sz="6000" b="1" dirty="0">
                <a:solidFill>
                  <a:schemeClr val="accent4"/>
                </a:solidFill>
                <a:latin typeface="Agency FB" panose="020B0503020202020204" pitchFamily="34" charset="0"/>
              </a:rPr>
              <a:t>- </a:t>
            </a:r>
            <a:r>
              <a:rPr lang="es-ES" sz="5400" b="1" dirty="0" err="1">
                <a:solidFill>
                  <a:schemeClr val="accent4"/>
                </a:solidFill>
                <a:latin typeface="Agency FB" panose="020B0503020202020204" pitchFamily="34" charset="0"/>
              </a:rPr>
              <a:t>Arbol</a:t>
            </a:r>
            <a:r>
              <a:rPr lang="es-ES" sz="5400" b="1" dirty="0">
                <a:solidFill>
                  <a:schemeClr val="accent4"/>
                </a:solidFill>
                <a:latin typeface="Agency FB" panose="020B0503020202020204" pitchFamily="34" charset="0"/>
              </a:rPr>
              <a:t> Binario de Búsqueda</a:t>
            </a:r>
            <a:endParaRPr lang="es-AR" sz="5400" b="1" dirty="0">
              <a:solidFill>
                <a:schemeClr val="accent4"/>
              </a:solidFill>
              <a:latin typeface="Agency FB" panose="020B0503020202020204" pitchFamily="34" charset="0"/>
            </a:endParaRPr>
          </a:p>
        </p:txBody>
      </p:sp>
      <p:grpSp>
        <p:nvGrpSpPr>
          <p:cNvPr id="28676" name="Google Shape;124;p18">
            <a:extLst>
              <a:ext uri="{FF2B5EF4-FFF2-40B4-BE49-F238E27FC236}">
                <a16:creationId xmlns:a16="http://schemas.microsoft.com/office/drawing/2014/main" id="{E748D571-721D-BFDB-6115-C84DD805F3AC}"/>
              </a:ext>
            </a:extLst>
          </p:cNvPr>
          <p:cNvGrpSpPr>
            <a:grpSpLocks/>
          </p:cNvGrpSpPr>
          <p:nvPr/>
        </p:nvGrpSpPr>
        <p:grpSpPr bwMode="auto">
          <a:xfrm>
            <a:off x="5808663" y="2276475"/>
            <a:ext cx="4659312" cy="2820988"/>
            <a:chOff x="497555" y="1412776"/>
            <a:chExt cx="4680520" cy="3024336"/>
          </a:xfrm>
        </p:grpSpPr>
        <p:grpSp>
          <p:nvGrpSpPr>
            <p:cNvPr id="28679" name="Google Shape;125;p18">
              <a:extLst>
                <a:ext uri="{FF2B5EF4-FFF2-40B4-BE49-F238E27FC236}">
                  <a16:creationId xmlns:a16="http://schemas.microsoft.com/office/drawing/2014/main" id="{C8529FCA-9E0D-66F1-86F2-527A86F73F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7555" y="1412776"/>
              <a:ext cx="4680520" cy="3024336"/>
              <a:chOff x="839416" y="1700808"/>
              <a:chExt cx="3568700" cy="2423575"/>
            </a:xfrm>
          </p:grpSpPr>
          <p:grpSp>
            <p:nvGrpSpPr>
              <p:cNvPr id="28687" name="Google Shape;126;p18">
                <a:extLst>
                  <a:ext uri="{FF2B5EF4-FFF2-40B4-BE49-F238E27FC236}">
                    <a16:creationId xmlns:a16="http://schemas.microsoft.com/office/drawing/2014/main" id="{B1FF8051-FB48-6B62-2AEE-356C889725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9416" y="1700808"/>
                <a:ext cx="3568700" cy="2360838"/>
                <a:chOff x="147639" y="1252014"/>
                <a:chExt cx="3567232" cy="2361884"/>
              </a:xfrm>
            </p:grpSpPr>
            <p:sp>
              <p:nvSpPr>
                <p:cNvPr id="28690" name="Google Shape;127;p18">
                  <a:extLst>
                    <a:ext uri="{FF2B5EF4-FFF2-40B4-BE49-F238E27FC236}">
                      <a16:creationId xmlns:a16="http://schemas.microsoft.com/office/drawing/2014/main" id="{1BC13062-62D1-6B2B-2987-08900AAA6F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77842" y="1252014"/>
                  <a:ext cx="545720" cy="590812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28691" name="Google Shape;128;p18">
                  <a:extLst>
                    <a:ext uri="{FF2B5EF4-FFF2-40B4-BE49-F238E27FC236}">
                      <a16:creationId xmlns:a16="http://schemas.microsoft.com/office/drawing/2014/main" id="{A075F18E-2802-0469-FD5C-FD13953C48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5839" y="2153923"/>
                  <a:ext cx="548150" cy="590813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28692" name="Google Shape;129;p18">
                  <a:extLst>
                    <a:ext uri="{FF2B5EF4-FFF2-40B4-BE49-F238E27FC236}">
                      <a16:creationId xmlns:a16="http://schemas.microsoft.com/office/drawing/2014/main" id="{C098ACF3-7A98-0F99-4BD7-E1441E8C28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38896" y="2108896"/>
                  <a:ext cx="545719" cy="589448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28693" name="Google Shape;130;p18">
                  <a:extLst>
                    <a:ext uri="{FF2B5EF4-FFF2-40B4-BE49-F238E27FC236}">
                      <a16:creationId xmlns:a16="http://schemas.microsoft.com/office/drawing/2014/main" id="{F77BAF89-FF4C-252E-8208-8808FD2FEC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639" y="3001255"/>
                  <a:ext cx="545719" cy="592177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28694" name="Google Shape;131;p18">
                  <a:extLst>
                    <a:ext uri="{FF2B5EF4-FFF2-40B4-BE49-F238E27FC236}">
                      <a16:creationId xmlns:a16="http://schemas.microsoft.com/office/drawing/2014/main" id="{3C57AE20-75D9-95C7-B963-14D067B049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7250" y="3008077"/>
                  <a:ext cx="545720" cy="590813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28695" name="Google Shape;132;p18">
                  <a:extLst>
                    <a:ext uri="{FF2B5EF4-FFF2-40B4-BE49-F238E27FC236}">
                      <a16:creationId xmlns:a16="http://schemas.microsoft.com/office/drawing/2014/main" id="{7DA23D27-B355-83AD-AB1D-7CC6050C01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9152" y="3023086"/>
                  <a:ext cx="545719" cy="590812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cxnSp>
              <p:nvCxnSpPr>
                <p:cNvPr id="28696" name="Google Shape;133;p18">
                  <a:extLst>
                    <a:ext uri="{FF2B5EF4-FFF2-40B4-BE49-F238E27FC236}">
                      <a16:creationId xmlns:a16="http://schemas.microsoft.com/office/drawing/2014/main" id="{2E14D5A6-D4E4-D0F7-2F34-25436B05C418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1293772" y="1756865"/>
                  <a:ext cx="465503" cy="483020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8697" name="Google Shape;134;p18">
                  <a:extLst>
                    <a:ext uri="{FF2B5EF4-FFF2-40B4-BE49-F238E27FC236}">
                      <a16:creationId xmlns:a16="http://schemas.microsoft.com/office/drawing/2014/main" id="{9CDD4E92-3E90-3376-BF83-D7E7FAD1497F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2223562" y="1717295"/>
                  <a:ext cx="595552" cy="477562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8698" name="Google Shape;135;p18">
                  <a:extLst>
                    <a:ext uri="{FF2B5EF4-FFF2-40B4-BE49-F238E27FC236}">
                      <a16:creationId xmlns:a16="http://schemas.microsoft.com/office/drawing/2014/main" id="{C6F102A5-6624-1D83-3D49-FD378F1BA942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614357" y="2660139"/>
                  <a:ext cx="358546" cy="427076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8699" name="Google Shape;136;p18">
                  <a:extLst>
                    <a:ext uri="{FF2B5EF4-FFF2-40B4-BE49-F238E27FC236}">
                      <a16:creationId xmlns:a16="http://schemas.microsoft.com/office/drawing/2014/main" id="{21460F63-A236-8F7D-F2CE-7A57253F1E98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315649" y="2645130"/>
                  <a:ext cx="303853" cy="362947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8700" name="Google Shape;137;p18">
                  <a:extLst>
                    <a:ext uri="{FF2B5EF4-FFF2-40B4-BE49-F238E27FC236}">
                      <a16:creationId xmlns:a16="http://schemas.microsoft.com/office/drawing/2014/main" id="{DEE1213D-5A2A-DFA7-532E-97C2462200A2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3017225" y="2702437"/>
                  <a:ext cx="305069" cy="361583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28688" name="Google Shape;138;p18">
                <a:extLst>
                  <a:ext uri="{FF2B5EF4-FFF2-40B4-BE49-F238E27FC236}">
                    <a16:creationId xmlns:a16="http://schemas.microsoft.com/office/drawing/2014/main" id="{89268C66-D507-9D25-B494-23E717872E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9738" y="3533833"/>
                <a:ext cx="547160" cy="590550"/>
              </a:xfrm>
              <a:prstGeom prst="ellipse">
                <a:avLst/>
              </a:prstGeom>
              <a:noFill/>
              <a:ln w="57150">
                <a:solidFill>
                  <a:srgbClr val="3B3838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45700" rIns="91425" bIns="45700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buClr>
                    <a:srgbClr val="000000"/>
                  </a:buClr>
                  <a:buSzPts val="1800"/>
                  <a:buFont typeface="Arial" panose="020B0604020202020204" pitchFamily="34" charset="0"/>
                  <a:buNone/>
                </a:pPr>
                <a:endParaRPr lang="es-AR" altLang="es-AR">
                  <a:solidFill>
                    <a:srgbClr val="000000"/>
                  </a:solidFill>
                  <a:cs typeface="Tahoma" panose="020B0604030504040204" pitchFamily="34" charset="0"/>
                  <a:sym typeface="Tahoma" panose="020B0604030504040204" pitchFamily="34" charset="0"/>
                </a:endParaRPr>
              </a:p>
            </p:txBody>
          </p:sp>
          <p:cxnSp>
            <p:nvCxnSpPr>
              <p:cNvPr id="28689" name="Google Shape;139;p18">
                <a:extLst>
                  <a:ext uri="{FF2B5EF4-FFF2-40B4-BE49-F238E27FC236}">
                    <a16:creationId xmlns:a16="http://schemas.microsoft.com/office/drawing/2014/main" id="{0DA81011-4DBC-10C7-4A53-BE0461320EF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257864" y="3192869"/>
                <a:ext cx="357478" cy="426887"/>
              </a:xfrm>
              <a:prstGeom prst="straightConnector1">
                <a:avLst/>
              </a:prstGeom>
              <a:noFill/>
              <a:ln w="57150">
                <a:solidFill>
                  <a:srgbClr val="3B3838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8680" name="Google Shape;140;p18">
              <a:extLst>
                <a:ext uri="{FF2B5EF4-FFF2-40B4-BE49-F238E27FC236}">
                  <a16:creationId xmlns:a16="http://schemas.microsoft.com/office/drawing/2014/main" id="{D8E1B8C0-208F-0447-F321-E5351894B0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0849" y="1531588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15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8681" name="Google Shape;141;p18">
              <a:extLst>
                <a:ext uri="{FF2B5EF4-FFF2-40B4-BE49-F238E27FC236}">
                  <a16:creationId xmlns:a16="http://schemas.microsoft.com/office/drawing/2014/main" id="{8A249373-F494-6157-B510-924E615D04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9641" y="2588463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24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8682" name="Google Shape;142;p18">
              <a:extLst>
                <a:ext uri="{FF2B5EF4-FFF2-40B4-BE49-F238E27FC236}">
                  <a16:creationId xmlns:a16="http://schemas.microsoft.com/office/drawing/2014/main" id="{CA8AEBA6-2911-6075-6E09-1AD287F64E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4750" y="3807150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16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8683" name="Google Shape;143;p18">
              <a:extLst>
                <a:ext uri="{FF2B5EF4-FFF2-40B4-BE49-F238E27FC236}">
                  <a16:creationId xmlns:a16="http://schemas.microsoft.com/office/drawing/2014/main" id="{DDE03D69-7248-DFC7-343B-9301C90AAB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3580" y="3785014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30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8684" name="Google Shape;144;p18">
              <a:extLst>
                <a:ext uri="{FF2B5EF4-FFF2-40B4-BE49-F238E27FC236}">
                  <a16:creationId xmlns:a16="http://schemas.microsoft.com/office/drawing/2014/main" id="{8DCD569B-EC41-F3DC-6FA8-7288A8C33C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5401" y="2662748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8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8685" name="Google Shape;145;p18">
              <a:extLst>
                <a:ext uri="{FF2B5EF4-FFF2-40B4-BE49-F238E27FC236}">
                  <a16:creationId xmlns:a16="http://schemas.microsoft.com/office/drawing/2014/main" id="{584D24CE-6E21-8045-363A-DC7084F2E2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3841" y="3732688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12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8686" name="Google Shape;146;p18">
              <a:extLst>
                <a:ext uri="{FF2B5EF4-FFF2-40B4-BE49-F238E27FC236}">
                  <a16:creationId xmlns:a16="http://schemas.microsoft.com/office/drawing/2014/main" id="{95BDF98A-BDB4-327D-E729-D660C53863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305" y="3727872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7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2" name="Google Shape;123;p18">
            <a:extLst>
              <a:ext uri="{FF2B5EF4-FFF2-40B4-BE49-F238E27FC236}">
                <a16:creationId xmlns:a16="http://schemas.microsoft.com/office/drawing/2014/main" id="{C12B3992-F19D-A49F-F0F7-F97E4C72B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" y="1484313"/>
            <a:ext cx="3978275" cy="517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Programa arboles;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Tahoma" panose="020B0604030504040204" pitchFamily="34" charset="0"/>
              <a:buNone/>
            </a:pP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Type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arbol = ^nodo;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Tahoma" panose="020B0604030504040204" pitchFamily="34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tipo = ...;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nodo = record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        dato: tipo;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        HI: arbol;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        HD: arbol;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       end;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Var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2200" b="1">
                <a:solidFill>
                  <a:srgbClr val="FFC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a:arbol;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Begin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….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End.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Google Shape;123;p18">
            <a:extLst>
              <a:ext uri="{FF2B5EF4-FFF2-40B4-BE49-F238E27FC236}">
                <a16:creationId xmlns:a16="http://schemas.microsoft.com/office/drawing/2014/main" id="{B52FC5C3-F535-2159-A7FC-15F590EE49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1550" y="2119313"/>
            <a:ext cx="601663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3000" b="1">
                <a:solidFill>
                  <a:srgbClr val="FFC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a</a:t>
            </a:r>
            <a:endParaRPr lang="es-AR" altLang="es-AR" sz="30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diagonales redondeadas 4">
            <a:extLst>
              <a:ext uri="{FF2B5EF4-FFF2-40B4-BE49-F238E27FC236}">
                <a16:creationId xmlns:a16="http://schemas.microsoft.com/office/drawing/2014/main" id="{33A3395F-E4A4-C3FC-9073-F3362259D86D}"/>
              </a:ext>
            </a:extLst>
          </p:cNvPr>
          <p:cNvSpPr/>
          <p:nvPr/>
        </p:nvSpPr>
        <p:spPr>
          <a:xfrm>
            <a:off x="263525" y="260350"/>
            <a:ext cx="11664950" cy="1152525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3916360-3E57-9885-5B07-248D33403147}"/>
              </a:ext>
            </a:extLst>
          </p:cNvPr>
          <p:cNvSpPr txBox="1"/>
          <p:nvPr/>
        </p:nvSpPr>
        <p:spPr>
          <a:xfrm>
            <a:off x="407988" y="328613"/>
            <a:ext cx="11168062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5200" b="1" dirty="0">
                <a:solidFill>
                  <a:schemeClr val="accent4"/>
                </a:solidFill>
                <a:latin typeface="Agency FB" panose="020B0503020202020204" pitchFamily="34" charset="0"/>
              </a:rPr>
              <a:t>Conceptos iniciales</a:t>
            </a:r>
            <a:r>
              <a:rPr lang="es-ES" sz="6000" b="1" dirty="0">
                <a:solidFill>
                  <a:schemeClr val="accent4"/>
                </a:solidFill>
                <a:latin typeface="Agency FB" panose="020B0503020202020204" pitchFamily="34" charset="0"/>
              </a:rPr>
              <a:t>- </a:t>
            </a:r>
            <a:r>
              <a:rPr lang="es-ES" sz="5400" b="1" dirty="0" err="1">
                <a:solidFill>
                  <a:schemeClr val="accent4"/>
                </a:solidFill>
                <a:latin typeface="Agency FB" panose="020B0503020202020204" pitchFamily="34" charset="0"/>
              </a:rPr>
              <a:t>Arbol</a:t>
            </a:r>
            <a:r>
              <a:rPr lang="es-ES" sz="5400" b="1" dirty="0">
                <a:solidFill>
                  <a:schemeClr val="accent4"/>
                </a:solidFill>
                <a:latin typeface="Agency FB" panose="020B0503020202020204" pitchFamily="34" charset="0"/>
              </a:rPr>
              <a:t> Binario de Búsqueda</a:t>
            </a:r>
            <a:endParaRPr lang="es-AR" sz="5400" b="1" dirty="0">
              <a:solidFill>
                <a:schemeClr val="accent4"/>
              </a:solidFill>
              <a:latin typeface="Agency FB" panose="020B0503020202020204" pitchFamily="34" charset="0"/>
            </a:endParaRPr>
          </a:p>
        </p:txBody>
      </p:sp>
      <p:grpSp>
        <p:nvGrpSpPr>
          <p:cNvPr id="30724" name="Google Shape;124;p18">
            <a:extLst>
              <a:ext uri="{FF2B5EF4-FFF2-40B4-BE49-F238E27FC236}">
                <a16:creationId xmlns:a16="http://schemas.microsoft.com/office/drawing/2014/main" id="{31E51D73-65C4-3F28-86FA-0E71CB46082B}"/>
              </a:ext>
            </a:extLst>
          </p:cNvPr>
          <p:cNvGrpSpPr>
            <a:grpSpLocks/>
          </p:cNvGrpSpPr>
          <p:nvPr/>
        </p:nvGrpSpPr>
        <p:grpSpPr bwMode="auto">
          <a:xfrm>
            <a:off x="5808663" y="2276475"/>
            <a:ext cx="4659312" cy="2820988"/>
            <a:chOff x="497555" y="1412776"/>
            <a:chExt cx="4680520" cy="3024336"/>
          </a:xfrm>
        </p:grpSpPr>
        <p:grpSp>
          <p:nvGrpSpPr>
            <p:cNvPr id="30727" name="Google Shape;125;p18">
              <a:extLst>
                <a:ext uri="{FF2B5EF4-FFF2-40B4-BE49-F238E27FC236}">
                  <a16:creationId xmlns:a16="http://schemas.microsoft.com/office/drawing/2014/main" id="{407F29BA-3016-71B9-6E12-5FB616011B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7555" y="1412776"/>
              <a:ext cx="4680520" cy="3024336"/>
              <a:chOff x="839416" y="1700808"/>
              <a:chExt cx="3568700" cy="2423575"/>
            </a:xfrm>
          </p:grpSpPr>
          <p:grpSp>
            <p:nvGrpSpPr>
              <p:cNvPr id="30735" name="Google Shape;126;p18">
                <a:extLst>
                  <a:ext uri="{FF2B5EF4-FFF2-40B4-BE49-F238E27FC236}">
                    <a16:creationId xmlns:a16="http://schemas.microsoft.com/office/drawing/2014/main" id="{8CF7EDF2-00D7-2605-7222-F1EE898651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9416" y="1700808"/>
                <a:ext cx="3568700" cy="2360838"/>
                <a:chOff x="147639" y="1252014"/>
                <a:chExt cx="3567232" cy="2361884"/>
              </a:xfrm>
            </p:grpSpPr>
            <p:sp>
              <p:nvSpPr>
                <p:cNvPr id="30738" name="Google Shape;127;p18">
                  <a:extLst>
                    <a:ext uri="{FF2B5EF4-FFF2-40B4-BE49-F238E27FC236}">
                      <a16:creationId xmlns:a16="http://schemas.microsoft.com/office/drawing/2014/main" id="{F241BB3D-30E0-6560-0723-59979C979B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77842" y="1252014"/>
                  <a:ext cx="545720" cy="590812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30739" name="Google Shape;128;p18">
                  <a:extLst>
                    <a:ext uri="{FF2B5EF4-FFF2-40B4-BE49-F238E27FC236}">
                      <a16:creationId xmlns:a16="http://schemas.microsoft.com/office/drawing/2014/main" id="{D5D00E19-B78B-EBE8-F09A-D781CF6F97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5839" y="2153923"/>
                  <a:ext cx="548150" cy="590813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30740" name="Google Shape;129;p18">
                  <a:extLst>
                    <a:ext uri="{FF2B5EF4-FFF2-40B4-BE49-F238E27FC236}">
                      <a16:creationId xmlns:a16="http://schemas.microsoft.com/office/drawing/2014/main" id="{5B6F6E0F-9833-4BC0-82CE-D23D9CAE08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38896" y="2108896"/>
                  <a:ext cx="545719" cy="589448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30741" name="Google Shape;130;p18">
                  <a:extLst>
                    <a:ext uri="{FF2B5EF4-FFF2-40B4-BE49-F238E27FC236}">
                      <a16:creationId xmlns:a16="http://schemas.microsoft.com/office/drawing/2014/main" id="{C85F5FED-3834-5F97-D0CB-731309E53A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639" y="3001255"/>
                  <a:ext cx="545719" cy="592177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30742" name="Google Shape;131;p18">
                  <a:extLst>
                    <a:ext uri="{FF2B5EF4-FFF2-40B4-BE49-F238E27FC236}">
                      <a16:creationId xmlns:a16="http://schemas.microsoft.com/office/drawing/2014/main" id="{AF7EAD46-539C-5698-CC14-5393CCD354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7250" y="3008077"/>
                  <a:ext cx="545720" cy="590813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30743" name="Google Shape;132;p18">
                  <a:extLst>
                    <a:ext uri="{FF2B5EF4-FFF2-40B4-BE49-F238E27FC236}">
                      <a16:creationId xmlns:a16="http://schemas.microsoft.com/office/drawing/2014/main" id="{37E85562-C0D9-001F-9C77-3D6CDD7CAF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9152" y="3023086"/>
                  <a:ext cx="545719" cy="590812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cxnSp>
              <p:nvCxnSpPr>
                <p:cNvPr id="30744" name="Google Shape;133;p18">
                  <a:extLst>
                    <a:ext uri="{FF2B5EF4-FFF2-40B4-BE49-F238E27FC236}">
                      <a16:creationId xmlns:a16="http://schemas.microsoft.com/office/drawing/2014/main" id="{F2636BBE-3C9A-C1F9-4320-9201D4BBB88E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1293772" y="1756865"/>
                  <a:ext cx="465503" cy="483020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0745" name="Google Shape;134;p18">
                  <a:extLst>
                    <a:ext uri="{FF2B5EF4-FFF2-40B4-BE49-F238E27FC236}">
                      <a16:creationId xmlns:a16="http://schemas.microsoft.com/office/drawing/2014/main" id="{8532B361-8B2E-C68A-F553-1EAE1D795AD5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2223562" y="1717295"/>
                  <a:ext cx="595552" cy="477562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0746" name="Google Shape;135;p18">
                  <a:extLst>
                    <a:ext uri="{FF2B5EF4-FFF2-40B4-BE49-F238E27FC236}">
                      <a16:creationId xmlns:a16="http://schemas.microsoft.com/office/drawing/2014/main" id="{6CA8DB60-D414-02DD-603C-E85591A0F637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614357" y="2660139"/>
                  <a:ext cx="358546" cy="427076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0747" name="Google Shape;136;p18">
                  <a:extLst>
                    <a:ext uri="{FF2B5EF4-FFF2-40B4-BE49-F238E27FC236}">
                      <a16:creationId xmlns:a16="http://schemas.microsoft.com/office/drawing/2014/main" id="{323098DE-3D99-73C0-C310-EB3CF9FB0C7C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315649" y="2645130"/>
                  <a:ext cx="303853" cy="362947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0748" name="Google Shape;137;p18">
                  <a:extLst>
                    <a:ext uri="{FF2B5EF4-FFF2-40B4-BE49-F238E27FC236}">
                      <a16:creationId xmlns:a16="http://schemas.microsoft.com/office/drawing/2014/main" id="{248415B6-69CA-2416-2461-C948085B18A0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3017225" y="2702437"/>
                  <a:ext cx="305069" cy="361583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30736" name="Google Shape;138;p18">
                <a:extLst>
                  <a:ext uri="{FF2B5EF4-FFF2-40B4-BE49-F238E27FC236}">
                    <a16:creationId xmlns:a16="http://schemas.microsoft.com/office/drawing/2014/main" id="{F23AAD01-CF14-7A88-DDB7-C5161CA878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9738" y="3533833"/>
                <a:ext cx="547160" cy="590550"/>
              </a:xfrm>
              <a:prstGeom prst="ellipse">
                <a:avLst/>
              </a:prstGeom>
              <a:noFill/>
              <a:ln w="57150">
                <a:solidFill>
                  <a:srgbClr val="3B3838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45700" rIns="91425" bIns="45700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buClr>
                    <a:srgbClr val="000000"/>
                  </a:buClr>
                  <a:buSzPts val="1800"/>
                  <a:buFont typeface="Arial" panose="020B0604020202020204" pitchFamily="34" charset="0"/>
                  <a:buNone/>
                </a:pPr>
                <a:endParaRPr lang="es-AR" altLang="es-AR">
                  <a:solidFill>
                    <a:srgbClr val="000000"/>
                  </a:solidFill>
                  <a:cs typeface="Tahoma" panose="020B0604030504040204" pitchFamily="34" charset="0"/>
                  <a:sym typeface="Tahoma" panose="020B0604030504040204" pitchFamily="34" charset="0"/>
                </a:endParaRPr>
              </a:p>
            </p:txBody>
          </p:sp>
          <p:cxnSp>
            <p:nvCxnSpPr>
              <p:cNvPr id="30737" name="Google Shape;139;p18">
                <a:extLst>
                  <a:ext uri="{FF2B5EF4-FFF2-40B4-BE49-F238E27FC236}">
                    <a16:creationId xmlns:a16="http://schemas.microsoft.com/office/drawing/2014/main" id="{EA9A1FA7-4B99-1BC6-4097-98EE3182F3F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257864" y="3192869"/>
                <a:ext cx="357478" cy="426887"/>
              </a:xfrm>
              <a:prstGeom prst="straightConnector1">
                <a:avLst/>
              </a:prstGeom>
              <a:noFill/>
              <a:ln w="57150">
                <a:solidFill>
                  <a:srgbClr val="3B3838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30728" name="Google Shape;140;p18">
              <a:extLst>
                <a:ext uri="{FF2B5EF4-FFF2-40B4-BE49-F238E27FC236}">
                  <a16:creationId xmlns:a16="http://schemas.microsoft.com/office/drawing/2014/main" id="{A69E70FC-92CE-78D0-0246-669292DACF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0849" y="1531588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15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0729" name="Google Shape;141;p18">
              <a:extLst>
                <a:ext uri="{FF2B5EF4-FFF2-40B4-BE49-F238E27FC236}">
                  <a16:creationId xmlns:a16="http://schemas.microsoft.com/office/drawing/2014/main" id="{B22FA237-3E93-99F7-7ABB-6A12E2B2E1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9641" y="2588463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24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0730" name="Google Shape;142;p18">
              <a:extLst>
                <a:ext uri="{FF2B5EF4-FFF2-40B4-BE49-F238E27FC236}">
                  <a16:creationId xmlns:a16="http://schemas.microsoft.com/office/drawing/2014/main" id="{B2E27DCE-5D9D-004B-084F-AED1F61808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4750" y="3807150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16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0731" name="Google Shape;143;p18">
              <a:extLst>
                <a:ext uri="{FF2B5EF4-FFF2-40B4-BE49-F238E27FC236}">
                  <a16:creationId xmlns:a16="http://schemas.microsoft.com/office/drawing/2014/main" id="{E97858B6-BBD9-DAD0-AF1D-FF080D6763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3580" y="3785014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30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0732" name="Google Shape;144;p18">
              <a:extLst>
                <a:ext uri="{FF2B5EF4-FFF2-40B4-BE49-F238E27FC236}">
                  <a16:creationId xmlns:a16="http://schemas.microsoft.com/office/drawing/2014/main" id="{D9F75CF7-B34A-4AB0-1A57-38EFAAF92B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5401" y="2662748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8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0733" name="Google Shape;145;p18">
              <a:extLst>
                <a:ext uri="{FF2B5EF4-FFF2-40B4-BE49-F238E27FC236}">
                  <a16:creationId xmlns:a16="http://schemas.microsoft.com/office/drawing/2014/main" id="{388388CF-F767-00B1-74D7-425BAAA9BF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3841" y="3732688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12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0734" name="Google Shape;146;p18">
              <a:extLst>
                <a:ext uri="{FF2B5EF4-FFF2-40B4-BE49-F238E27FC236}">
                  <a16:creationId xmlns:a16="http://schemas.microsoft.com/office/drawing/2014/main" id="{938AEFBC-F16D-D433-7FEA-14030CAFFC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305" y="3727872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7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2" name="Google Shape;123;p18">
            <a:extLst>
              <a:ext uri="{FF2B5EF4-FFF2-40B4-BE49-F238E27FC236}">
                <a16:creationId xmlns:a16="http://schemas.microsoft.com/office/drawing/2014/main" id="{D6C06B29-3AD7-BA35-88B8-030640703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" y="1498600"/>
            <a:ext cx="3978275" cy="517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Programa arboles;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Type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arbol = ^nodo;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Tahoma" panose="020B0604030504040204" pitchFamily="34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tipo = ...;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nodo = record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        dato: tipo;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        HI: arbol;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        HD: arbol;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       end;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Var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2200" b="1">
                <a:solidFill>
                  <a:srgbClr val="FFC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a:arbol;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Begin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a:= nil;</a:t>
            </a: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crear (a);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End.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Google Shape;123;p18">
            <a:extLst>
              <a:ext uri="{FF2B5EF4-FFF2-40B4-BE49-F238E27FC236}">
                <a16:creationId xmlns:a16="http://schemas.microsoft.com/office/drawing/2014/main" id="{B743AC2E-3779-C572-7C86-AF87710F0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1550" y="2119313"/>
            <a:ext cx="601663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3000" b="1">
                <a:solidFill>
                  <a:srgbClr val="FFC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a</a:t>
            </a:r>
            <a:endParaRPr lang="es-AR" altLang="es-AR" sz="30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diagonales redondeadas 4">
            <a:extLst>
              <a:ext uri="{FF2B5EF4-FFF2-40B4-BE49-F238E27FC236}">
                <a16:creationId xmlns:a16="http://schemas.microsoft.com/office/drawing/2014/main" id="{F4D935DC-8754-8FBE-4961-340B5770836F}"/>
              </a:ext>
            </a:extLst>
          </p:cNvPr>
          <p:cNvSpPr/>
          <p:nvPr/>
        </p:nvSpPr>
        <p:spPr>
          <a:xfrm>
            <a:off x="263525" y="260350"/>
            <a:ext cx="11664950" cy="1152525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C571C7A-6DA0-3753-C6F9-665DCD880894}"/>
              </a:ext>
            </a:extLst>
          </p:cNvPr>
          <p:cNvSpPr txBox="1"/>
          <p:nvPr/>
        </p:nvSpPr>
        <p:spPr>
          <a:xfrm>
            <a:off x="407988" y="328613"/>
            <a:ext cx="11168062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5200" b="1" dirty="0">
                <a:solidFill>
                  <a:schemeClr val="accent4"/>
                </a:solidFill>
                <a:latin typeface="Agency FB" panose="020B0503020202020204" pitchFamily="34" charset="0"/>
              </a:rPr>
              <a:t>Conceptos iniciales</a:t>
            </a:r>
            <a:r>
              <a:rPr lang="es-ES" sz="6000" b="1" dirty="0">
                <a:solidFill>
                  <a:schemeClr val="accent4"/>
                </a:solidFill>
                <a:latin typeface="Agency FB" panose="020B0503020202020204" pitchFamily="34" charset="0"/>
              </a:rPr>
              <a:t>- </a:t>
            </a:r>
            <a:r>
              <a:rPr lang="es-ES" sz="5400" b="1" dirty="0" err="1">
                <a:solidFill>
                  <a:schemeClr val="accent4"/>
                </a:solidFill>
                <a:latin typeface="Agency FB" panose="020B0503020202020204" pitchFamily="34" charset="0"/>
              </a:rPr>
              <a:t>Arbol</a:t>
            </a:r>
            <a:r>
              <a:rPr lang="es-ES" sz="5400" b="1" dirty="0">
                <a:solidFill>
                  <a:schemeClr val="accent4"/>
                </a:solidFill>
                <a:latin typeface="Agency FB" panose="020B0503020202020204" pitchFamily="34" charset="0"/>
              </a:rPr>
              <a:t> Binario de Búsqueda</a:t>
            </a:r>
            <a:endParaRPr lang="es-AR" sz="5400" b="1" dirty="0">
              <a:solidFill>
                <a:schemeClr val="accent4"/>
              </a:solidFill>
              <a:latin typeface="Agency FB" panose="020B0503020202020204" pitchFamily="34" charset="0"/>
            </a:endParaRPr>
          </a:p>
        </p:txBody>
      </p:sp>
      <p:grpSp>
        <p:nvGrpSpPr>
          <p:cNvPr id="32772" name="Google Shape;124;p18">
            <a:extLst>
              <a:ext uri="{FF2B5EF4-FFF2-40B4-BE49-F238E27FC236}">
                <a16:creationId xmlns:a16="http://schemas.microsoft.com/office/drawing/2014/main" id="{D7C35217-9038-BE9C-9734-89B5632DC42B}"/>
              </a:ext>
            </a:extLst>
          </p:cNvPr>
          <p:cNvGrpSpPr>
            <a:grpSpLocks/>
          </p:cNvGrpSpPr>
          <p:nvPr/>
        </p:nvGrpSpPr>
        <p:grpSpPr bwMode="auto">
          <a:xfrm>
            <a:off x="5808663" y="2276475"/>
            <a:ext cx="4659312" cy="2820988"/>
            <a:chOff x="497555" y="1412776"/>
            <a:chExt cx="4680520" cy="3024336"/>
          </a:xfrm>
        </p:grpSpPr>
        <p:grpSp>
          <p:nvGrpSpPr>
            <p:cNvPr id="32778" name="Google Shape;125;p18">
              <a:extLst>
                <a:ext uri="{FF2B5EF4-FFF2-40B4-BE49-F238E27FC236}">
                  <a16:creationId xmlns:a16="http://schemas.microsoft.com/office/drawing/2014/main" id="{D163BD02-F98C-7D29-F3C9-1987C3AFAD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7555" y="1412776"/>
              <a:ext cx="4680520" cy="3024336"/>
              <a:chOff x="839416" y="1700808"/>
              <a:chExt cx="3568700" cy="2423575"/>
            </a:xfrm>
          </p:grpSpPr>
          <p:grpSp>
            <p:nvGrpSpPr>
              <p:cNvPr id="32786" name="Google Shape;126;p18">
                <a:extLst>
                  <a:ext uri="{FF2B5EF4-FFF2-40B4-BE49-F238E27FC236}">
                    <a16:creationId xmlns:a16="http://schemas.microsoft.com/office/drawing/2014/main" id="{98876740-EF33-86AC-1A1A-950CF67A3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9416" y="1700808"/>
                <a:ext cx="3568700" cy="2360838"/>
                <a:chOff x="147639" y="1252014"/>
                <a:chExt cx="3567232" cy="2361884"/>
              </a:xfrm>
            </p:grpSpPr>
            <p:sp>
              <p:nvSpPr>
                <p:cNvPr id="32789" name="Google Shape;127;p18">
                  <a:extLst>
                    <a:ext uri="{FF2B5EF4-FFF2-40B4-BE49-F238E27FC236}">
                      <a16:creationId xmlns:a16="http://schemas.microsoft.com/office/drawing/2014/main" id="{FBD37530-D4EE-E317-BC50-69AC227FE7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77842" y="1252014"/>
                  <a:ext cx="545720" cy="590812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32790" name="Google Shape;128;p18">
                  <a:extLst>
                    <a:ext uri="{FF2B5EF4-FFF2-40B4-BE49-F238E27FC236}">
                      <a16:creationId xmlns:a16="http://schemas.microsoft.com/office/drawing/2014/main" id="{FD69CAF4-8B3F-45EA-BD55-A5A9B75163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5839" y="2153923"/>
                  <a:ext cx="548150" cy="590813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32791" name="Google Shape;129;p18">
                  <a:extLst>
                    <a:ext uri="{FF2B5EF4-FFF2-40B4-BE49-F238E27FC236}">
                      <a16:creationId xmlns:a16="http://schemas.microsoft.com/office/drawing/2014/main" id="{0082F54D-8E4A-B8E7-1EC1-256F798354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38896" y="2108896"/>
                  <a:ext cx="545719" cy="589448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32792" name="Google Shape;130;p18">
                  <a:extLst>
                    <a:ext uri="{FF2B5EF4-FFF2-40B4-BE49-F238E27FC236}">
                      <a16:creationId xmlns:a16="http://schemas.microsoft.com/office/drawing/2014/main" id="{11F7749D-8F16-6726-D0CA-5BCB692EF6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639" y="3001255"/>
                  <a:ext cx="545719" cy="592177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32793" name="Google Shape;131;p18">
                  <a:extLst>
                    <a:ext uri="{FF2B5EF4-FFF2-40B4-BE49-F238E27FC236}">
                      <a16:creationId xmlns:a16="http://schemas.microsoft.com/office/drawing/2014/main" id="{74C5BCD7-1402-E23C-B466-FADF856489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7250" y="3008077"/>
                  <a:ext cx="545720" cy="590813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32794" name="Google Shape;132;p18">
                  <a:extLst>
                    <a:ext uri="{FF2B5EF4-FFF2-40B4-BE49-F238E27FC236}">
                      <a16:creationId xmlns:a16="http://schemas.microsoft.com/office/drawing/2014/main" id="{10E898ED-9070-A064-F77F-1B775860D5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9152" y="3023086"/>
                  <a:ext cx="545719" cy="590812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cxnSp>
              <p:nvCxnSpPr>
                <p:cNvPr id="32795" name="Google Shape;133;p18">
                  <a:extLst>
                    <a:ext uri="{FF2B5EF4-FFF2-40B4-BE49-F238E27FC236}">
                      <a16:creationId xmlns:a16="http://schemas.microsoft.com/office/drawing/2014/main" id="{C1315102-65DC-5897-58E3-C5122CEA4E9A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1293772" y="1756865"/>
                  <a:ext cx="465503" cy="483020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2796" name="Google Shape;134;p18">
                  <a:extLst>
                    <a:ext uri="{FF2B5EF4-FFF2-40B4-BE49-F238E27FC236}">
                      <a16:creationId xmlns:a16="http://schemas.microsoft.com/office/drawing/2014/main" id="{ACE3372C-B072-BA83-D3DE-291AAB07619D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2223562" y="1717295"/>
                  <a:ext cx="595552" cy="477562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2797" name="Google Shape;135;p18">
                  <a:extLst>
                    <a:ext uri="{FF2B5EF4-FFF2-40B4-BE49-F238E27FC236}">
                      <a16:creationId xmlns:a16="http://schemas.microsoft.com/office/drawing/2014/main" id="{5E2BD90A-9326-856B-6918-393BEB0937FD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614357" y="2660139"/>
                  <a:ext cx="358546" cy="427076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2798" name="Google Shape;136;p18">
                  <a:extLst>
                    <a:ext uri="{FF2B5EF4-FFF2-40B4-BE49-F238E27FC236}">
                      <a16:creationId xmlns:a16="http://schemas.microsoft.com/office/drawing/2014/main" id="{0157FF47-7776-FF6E-5BC3-5E57ACDBA87C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315649" y="2645130"/>
                  <a:ext cx="303853" cy="362947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2799" name="Google Shape;137;p18">
                  <a:extLst>
                    <a:ext uri="{FF2B5EF4-FFF2-40B4-BE49-F238E27FC236}">
                      <a16:creationId xmlns:a16="http://schemas.microsoft.com/office/drawing/2014/main" id="{5C38283E-2327-5BD1-35CB-A8A53EEEE9DB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3017225" y="2702437"/>
                  <a:ext cx="305069" cy="361583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32787" name="Google Shape;138;p18">
                <a:extLst>
                  <a:ext uri="{FF2B5EF4-FFF2-40B4-BE49-F238E27FC236}">
                    <a16:creationId xmlns:a16="http://schemas.microsoft.com/office/drawing/2014/main" id="{511CA178-D871-D5E2-CA3E-AA9CECD893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9738" y="3533833"/>
                <a:ext cx="547160" cy="590550"/>
              </a:xfrm>
              <a:prstGeom prst="ellipse">
                <a:avLst/>
              </a:prstGeom>
              <a:noFill/>
              <a:ln w="57150">
                <a:solidFill>
                  <a:srgbClr val="3B3838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45700" rIns="91425" bIns="45700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buClr>
                    <a:srgbClr val="000000"/>
                  </a:buClr>
                  <a:buSzPts val="1800"/>
                  <a:buFont typeface="Arial" panose="020B0604020202020204" pitchFamily="34" charset="0"/>
                  <a:buNone/>
                </a:pPr>
                <a:endParaRPr lang="es-AR" altLang="es-AR">
                  <a:solidFill>
                    <a:srgbClr val="000000"/>
                  </a:solidFill>
                  <a:cs typeface="Tahoma" panose="020B0604030504040204" pitchFamily="34" charset="0"/>
                  <a:sym typeface="Tahoma" panose="020B0604030504040204" pitchFamily="34" charset="0"/>
                </a:endParaRPr>
              </a:p>
            </p:txBody>
          </p:sp>
          <p:cxnSp>
            <p:nvCxnSpPr>
              <p:cNvPr id="32788" name="Google Shape;139;p18">
                <a:extLst>
                  <a:ext uri="{FF2B5EF4-FFF2-40B4-BE49-F238E27FC236}">
                    <a16:creationId xmlns:a16="http://schemas.microsoft.com/office/drawing/2014/main" id="{90E8B287-8C8B-2A11-927B-58C1D06ED56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257864" y="3192869"/>
                <a:ext cx="357478" cy="426887"/>
              </a:xfrm>
              <a:prstGeom prst="straightConnector1">
                <a:avLst/>
              </a:prstGeom>
              <a:noFill/>
              <a:ln w="57150">
                <a:solidFill>
                  <a:srgbClr val="3B3838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32779" name="Google Shape;140;p18">
              <a:extLst>
                <a:ext uri="{FF2B5EF4-FFF2-40B4-BE49-F238E27FC236}">
                  <a16:creationId xmlns:a16="http://schemas.microsoft.com/office/drawing/2014/main" id="{C82858F6-89FD-425A-53D2-FE6AA141EF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0849" y="1531588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15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2780" name="Google Shape;141;p18">
              <a:extLst>
                <a:ext uri="{FF2B5EF4-FFF2-40B4-BE49-F238E27FC236}">
                  <a16:creationId xmlns:a16="http://schemas.microsoft.com/office/drawing/2014/main" id="{1889C178-32E4-2D35-E1CB-491CA976EC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9641" y="2588463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24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2781" name="Google Shape;142;p18">
              <a:extLst>
                <a:ext uri="{FF2B5EF4-FFF2-40B4-BE49-F238E27FC236}">
                  <a16:creationId xmlns:a16="http://schemas.microsoft.com/office/drawing/2014/main" id="{D373D2A9-3041-0831-9D4B-C155BF6276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4750" y="3807150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16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2782" name="Google Shape;143;p18">
              <a:extLst>
                <a:ext uri="{FF2B5EF4-FFF2-40B4-BE49-F238E27FC236}">
                  <a16:creationId xmlns:a16="http://schemas.microsoft.com/office/drawing/2014/main" id="{2E05819C-EE66-FE0C-A26D-E8894B2423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3580" y="3785014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30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2783" name="Google Shape;144;p18">
              <a:extLst>
                <a:ext uri="{FF2B5EF4-FFF2-40B4-BE49-F238E27FC236}">
                  <a16:creationId xmlns:a16="http://schemas.microsoft.com/office/drawing/2014/main" id="{CDCAA267-CEA4-CDBB-E6F1-889E314FAF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5401" y="2662748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8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2784" name="Google Shape;145;p18">
              <a:extLst>
                <a:ext uri="{FF2B5EF4-FFF2-40B4-BE49-F238E27FC236}">
                  <a16:creationId xmlns:a16="http://schemas.microsoft.com/office/drawing/2014/main" id="{1CA7C46D-FA9F-6A4B-BE45-4CB02A0298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3841" y="3732688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12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2785" name="Google Shape;146;p18">
              <a:extLst>
                <a:ext uri="{FF2B5EF4-FFF2-40B4-BE49-F238E27FC236}">
                  <a16:creationId xmlns:a16="http://schemas.microsoft.com/office/drawing/2014/main" id="{CA556AE3-1782-B451-B690-7AE2ED3D36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305" y="3727872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7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32773" name="Google Shape;123;p18">
            <a:extLst>
              <a:ext uri="{FF2B5EF4-FFF2-40B4-BE49-F238E27FC236}">
                <a16:creationId xmlns:a16="http://schemas.microsoft.com/office/drawing/2014/main" id="{254C67D8-4250-4C84-6419-6C8D7A451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" y="1498600"/>
            <a:ext cx="3978275" cy="517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Programa arboles;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Type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arbol = ^nodo;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Tahoma" panose="020B0604030504040204" pitchFamily="34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tipo = ...;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nodo = record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        dato: tipo;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        HI: arbol;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        HD: arbol;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       end;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Var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2200" b="1">
                <a:solidFill>
                  <a:srgbClr val="FFC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a:arbol;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Begin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a:= nil;</a:t>
            </a: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crear (a);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End.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2774" name="Google Shape;123;p18">
            <a:extLst>
              <a:ext uri="{FF2B5EF4-FFF2-40B4-BE49-F238E27FC236}">
                <a16:creationId xmlns:a16="http://schemas.microsoft.com/office/drawing/2014/main" id="{12B12CF9-F8A3-23AF-46B1-504D045BD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1550" y="2119313"/>
            <a:ext cx="601663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3000" b="1">
                <a:solidFill>
                  <a:srgbClr val="FFC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a</a:t>
            </a:r>
            <a:endParaRPr lang="es-AR" altLang="es-AR" sz="30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32775" name="Grupo 8">
            <a:extLst>
              <a:ext uri="{FF2B5EF4-FFF2-40B4-BE49-F238E27FC236}">
                <a16:creationId xmlns:a16="http://schemas.microsoft.com/office/drawing/2014/main" id="{6BC88CF7-54E4-2331-ECC8-80811336E283}"/>
              </a:ext>
            </a:extLst>
          </p:cNvPr>
          <p:cNvGrpSpPr>
            <a:grpSpLocks/>
          </p:cNvGrpSpPr>
          <p:nvPr/>
        </p:nvGrpSpPr>
        <p:grpSpPr bwMode="auto">
          <a:xfrm>
            <a:off x="5073650" y="5805488"/>
            <a:ext cx="6562725" cy="619125"/>
            <a:chOff x="290512" y="1484784"/>
            <a:chExt cx="4869384" cy="852487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AB18B47A-58E0-1B60-CAE6-BBA7BBE0F2D1}"/>
                </a:ext>
              </a:extLst>
            </p:cNvPr>
            <p:cNvSpPr/>
            <p:nvPr/>
          </p:nvSpPr>
          <p:spPr bwMode="auto">
            <a:xfrm>
              <a:off x="290512" y="1484784"/>
              <a:ext cx="4869384" cy="852487"/>
            </a:xfrm>
            <a:prstGeom prst="rect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s-AR">
                <a:ln w="571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a:endParaRPr>
            </a:p>
          </p:txBody>
        </p:sp>
        <p:sp>
          <p:nvSpPr>
            <p:cNvPr id="8" name="6 CuadroTexto">
              <a:extLst>
                <a:ext uri="{FF2B5EF4-FFF2-40B4-BE49-F238E27FC236}">
                  <a16:creationId xmlns:a16="http://schemas.microsoft.com/office/drawing/2014/main" id="{D31567EE-0A40-76D8-D5A0-B5425320ECC1}"/>
                </a:ext>
              </a:extLst>
            </p:cNvPr>
            <p:cNvSpPr txBox="1"/>
            <p:nvPr/>
          </p:nvSpPr>
          <p:spPr bwMode="auto">
            <a:xfrm>
              <a:off x="595585" y="1556917"/>
              <a:ext cx="4080200" cy="553024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 eaLnBrk="1" hangingPunct="1">
                <a:buClr>
                  <a:srgbClr val="FFCC66"/>
                </a:buClr>
                <a:defRPr/>
              </a:pPr>
              <a:r>
                <a:rPr lang="es-ES_tradnl" sz="3000" dirty="0">
                  <a:latin typeface="Agency FB" panose="020B0503020202020204" pitchFamily="34" charset="0"/>
                </a:rPr>
                <a:t>Si quiero agregar un valor (20) donde iría?</a:t>
              </a: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diagonales redondeadas 4">
            <a:extLst>
              <a:ext uri="{FF2B5EF4-FFF2-40B4-BE49-F238E27FC236}">
                <a16:creationId xmlns:a16="http://schemas.microsoft.com/office/drawing/2014/main" id="{DBC45609-70D7-8A97-D95B-06A1A8464AA6}"/>
              </a:ext>
            </a:extLst>
          </p:cNvPr>
          <p:cNvSpPr/>
          <p:nvPr/>
        </p:nvSpPr>
        <p:spPr>
          <a:xfrm>
            <a:off x="263525" y="260350"/>
            <a:ext cx="11664950" cy="1152525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0CCEBE3-CC74-53A5-29ED-CB32470771CB}"/>
              </a:ext>
            </a:extLst>
          </p:cNvPr>
          <p:cNvSpPr txBox="1"/>
          <p:nvPr/>
        </p:nvSpPr>
        <p:spPr>
          <a:xfrm>
            <a:off x="407988" y="328613"/>
            <a:ext cx="11168062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5200" b="1" dirty="0">
                <a:solidFill>
                  <a:schemeClr val="accent4"/>
                </a:solidFill>
                <a:latin typeface="Agency FB" panose="020B0503020202020204" pitchFamily="34" charset="0"/>
              </a:rPr>
              <a:t>Conceptos iniciales</a:t>
            </a:r>
            <a:r>
              <a:rPr lang="es-ES" sz="6000" b="1" dirty="0">
                <a:solidFill>
                  <a:schemeClr val="accent4"/>
                </a:solidFill>
                <a:latin typeface="Agency FB" panose="020B0503020202020204" pitchFamily="34" charset="0"/>
              </a:rPr>
              <a:t>- </a:t>
            </a:r>
            <a:r>
              <a:rPr lang="es-ES" sz="5400" b="1" dirty="0" err="1">
                <a:solidFill>
                  <a:schemeClr val="accent4"/>
                </a:solidFill>
                <a:latin typeface="Agency FB" panose="020B0503020202020204" pitchFamily="34" charset="0"/>
              </a:rPr>
              <a:t>Arbol</a:t>
            </a:r>
            <a:r>
              <a:rPr lang="es-ES" sz="5400" b="1" dirty="0">
                <a:solidFill>
                  <a:schemeClr val="accent4"/>
                </a:solidFill>
                <a:latin typeface="Agency FB" panose="020B0503020202020204" pitchFamily="34" charset="0"/>
              </a:rPr>
              <a:t> Binario de Búsqueda</a:t>
            </a:r>
            <a:endParaRPr lang="es-AR" sz="5400" b="1" dirty="0">
              <a:solidFill>
                <a:schemeClr val="accent4"/>
              </a:solidFill>
              <a:latin typeface="Agency FB" panose="020B0503020202020204" pitchFamily="34" charset="0"/>
            </a:endParaRPr>
          </a:p>
        </p:txBody>
      </p:sp>
      <p:grpSp>
        <p:nvGrpSpPr>
          <p:cNvPr id="34820" name="Google Shape;124;p18">
            <a:extLst>
              <a:ext uri="{FF2B5EF4-FFF2-40B4-BE49-F238E27FC236}">
                <a16:creationId xmlns:a16="http://schemas.microsoft.com/office/drawing/2014/main" id="{2898F058-E5CF-FFA1-21D1-DB496D3BE6DE}"/>
              </a:ext>
            </a:extLst>
          </p:cNvPr>
          <p:cNvGrpSpPr>
            <a:grpSpLocks/>
          </p:cNvGrpSpPr>
          <p:nvPr/>
        </p:nvGrpSpPr>
        <p:grpSpPr bwMode="auto">
          <a:xfrm>
            <a:off x="550863" y="2017713"/>
            <a:ext cx="4659312" cy="2820987"/>
            <a:chOff x="497555" y="1412776"/>
            <a:chExt cx="4680520" cy="3024336"/>
          </a:xfrm>
        </p:grpSpPr>
        <p:grpSp>
          <p:nvGrpSpPr>
            <p:cNvPr id="34831" name="Google Shape;125;p18">
              <a:extLst>
                <a:ext uri="{FF2B5EF4-FFF2-40B4-BE49-F238E27FC236}">
                  <a16:creationId xmlns:a16="http://schemas.microsoft.com/office/drawing/2014/main" id="{7B5B3EF5-9E77-3698-3488-6209A4D84E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7555" y="1412776"/>
              <a:ext cx="4680520" cy="3024336"/>
              <a:chOff x="839416" y="1700808"/>
              <a:chExt cx="3568700" cy="2423575"/>
            </a:xfrm>
          </p:grpSpPr>
          <p:grpSp>
            <p:nvGrpSpPr>
              <p:cNvPr id="34839" name="Google Shape;126;p18">
                <a:extLst>
                  <a:ext uri="{FF2B5EF4-FFF2-40B4-BE49-F238E27FC236}">
                    <a16:creationId xmlns:a16="http://schemas.microsoft.com/office/drawing/2014/main" id="{0E547827-0096-BC92-C1DD-5FAECCA4B8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9416" y="1700808"/>
                <a:ext cx="3568700" cy="2360838"/>
                <a:chOff x="147639" y="1252014"/>
                <a:chExt cx="3567232" cy="2361884"/>
              </a:xfrm>
            </p:grpSpPr>
            <p:sp>
              <p:nvSpPr>
                <p:cNvPr id="34842" name="Google Shape;127;p18">
                  <a:extLst>
                    <a:ext uri="{FF2B5EF4-FFF2-40B4-BE49-F238E27FC236}">
                      <a16:creationId xmlns:a16="http://schemas.microsoft.com/office/drawing/2014/main" id="{5FA64B93-6CF6-2F90-D560-3D4FD32B4F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77842" y="1252014"/>
                  <a:ext cx="545720" cy="590812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34843" name="Google Shape;128;p18">
                  <a:extLst>
                    <a:ext uri="{FF2B5EF4-FFF2-40B4-BE49-F238E27FC236}">
                      <a16:creationId xmlns:a16="http://schemas.microsoft.com/office/drawing/2014/main" id="{6CCDF681-DE06-2281-3D4B-0EDD7F15B7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5839" y="2153923"/>
                  <a:ext cx="548150" cy="590813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34844" name="Google Shape;129;p18">
                  <a:extLst>
                    <a:ext uri="{FF2B5EF4-FFF2-40B4-BE49-F238E27FC236}">
                      <a16:creationId xmlns:a16="http://schemas.microsoft.com/office/drawing/2014/main" id="{F170EDE7-EF09-EE7F-23D7-C02A2E981A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38896" y="2108896"/>
                  <a:ext cx="545719" cy="589448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34845" name="Google Shape;130;p18">
                  <a:extLst>
                    <a:ext uri="{FF2B5EF4-FFF2-40B4-BE49-F238E27FC236}">
                      <a16:creationId xmlns:a16="http://schemas.microsoft.com/office/drawing/2014/main" id="{65FA0C24-649E-33AE-4A03-17BCB100BF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639" y="3001255"/>
                  <a:ext cx="545719" cy="592177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34846" name="Google Shape;131;p18">
                  <a:extLst>
                    <a:ext uri="{FF2B5EF4-FFF2-40B4-BE49-F238E27FC236}">
                      <a16:creationId xmlns:a16="http://schemas.microsoft.com/office/drawing/2014/main" id="{EE472D7C-784A-47BB-C10C-3FAF686E6D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7250" y="3008077"/>
                  <a:ext cx="545720" cy="590813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34847" name="Google Shape;132;p18">
                  <a:extLst>
                    <a:ext uri="{FF2B5EF4-FFF2-40B4-BE49-F238E27FC236}">
                      <a16:creationId xmlns:a16="http://schemas.microsoft.com/office/drawing/2014/main" id="{0911D6EB-B3EC-60DC-9558-B926FF7AB5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9152" y="3023086"/>
                  <a:ext cx="545719" cy="590812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cxnSp>
              <p:nvCxnSpPr>
                <p:cNvPr id="34848" name="Google Shape;133;p18">
                  <a:extLst>
                    <a:ext uri="{FF2B5EF4-FFF2-40B4-BE49-F238E27FC236}">
                      <a16:creationId xmlns:a16="http://schemas.microsoft.com/office/drawing/2014/main" id="{ADC3C1BD-3AAF-7D5C-296C-0FD79925BBDE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1293772" y="1756865"/>
                  <a:ext cx="465503" cy="483020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4849" name="Google Shape;134;p18">
                  <a:extLst>
                    <a:ext uri="{FF2B5EF4-FFF2-40B4-BE49-F238E27FC236}">
                      <a16:creationId xmlns:a16="http://schemas.microsoft.com/office/drawing/2014/main" id="{C036F255-F4ED-C795-2D4D-8C669E031E82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2223562" y="1717295"/>
                  <a:ext cx="595552" cy="477562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4850" name="Google Shape;135;p18">
                  <a:extLst>
                    <a:ext uri="{FF2B5EF4-FFF2-40B4-BE49-F238E27FC236}">
                      <a16:creationId xmlns:a16="http://schemas.microsoft.com/office/drawing/2014/main" id="{936D3AE2-3FBB-550B-2412-A2837A852EB9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614357" y="2660139"/>
                  <a:ext cx="358546" cy="427076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4851" name="Google Shape;136;p18">
                  <a:extLst>
                    <a:ext uri="{FF2B5EF4-FFF2-40B4-BE49-F238E27FC236}">
                      <a16:creationId xmlns:a16="http://schemas.microsoft.com/office/drawing/2014/main" id="{E015D8D9-83A2-9B7F-021F-63788C103C35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315649" y="2645130"/>
                  <a:ext cx="303853" cy="362947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4852" name="Google Shape;137;p18">
                  <a:extLst>
                    <a:ext uri="{FF2B5EF4-FFF2-40B4-BE49-F238E27FC236}">
                      <a16:creationId xmlns:a16="http://schemas.microsoft.com/office/drawing/2014/main" id="{690490EC-CCFA-2E69-09D6-FD424735E74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3017225" y="2702437"/>
                  <a:ext cx="305069" cy="361583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34840" name="Google Shape;138;p18">
                <a:extLst>
                  <a:ext uri="{FF2B5EF4-FFF2-40B4-BE49-F238E27FC236}">
                    <a16:creationId xmlns:a16="http://schemas.microsoft.com/office/drawing/2014/main" id="{FFAB625F-9CAD-1F44-CE73-B218F6CCBA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9738" y="3533833"/>
                <a:ext cx="547160" cy="590550"/>
              </a:xfrm>
              <a:prstGeom prst="ellipse">
                <a:avLst/>
              </a:prstGeom>
              <a:noFill/>
              <a:ln w="57150">
                <a:solidFill>
                  <a:srgbClr val="3B3838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45700" rIns="91425" bIns="45700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buClr>
                    <a:srgbClr val="000000"/>
                  </a:buClr>
                  <a:buSzPts val="1800"/>
                  <a:buFont typeface="Arial" panose="020B0604020202020204" pitchFamily="34" charset="0"/>
                  <a:buNone/>
                </a:pPr>
                <a:endParaRPr lang="es-AR" altLang="es-AR">
                  <a:solidFill>
                    <a:srgbClr val="000000"/>
                  </a:solidFill>
                  <a:cs typeface="Tahoma" panose="020B0604030504040204" pitchFamily="34" charset="0"/>
                  <a:sym typeface="Tahoma" panose="020B0604030504040204" pitchFamily="34" charset="0"/>
                </a:endParaRPr>
              </a:p>
            </p:txBody>
          </p:sp>
          <p:cxnSp>
            <p:nvCxnSpPr>
              <p:cNvPr id="34841" name="Google Shape;139;p18">
                <a:extLst>
                  <a:ext uri="{FF2B5EF4-FFF2-40B4-BE49-F238E27FC236}">
                    <a16:creationId xmlns:a16="http://schemas.microsoft.com/office/drawing/2014/main" id="{355A5D13-9432-6E75-DD65-2C5B40AC6C0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257864" y="3192869"/>
                <a:ext cx="357478" cy="426887"/>
              </a:xfrm>
              <a:prstGeom prst="straightConnector1">
                <a:avLst/>
              </a:prstGeom>
              <a:noFill/>
              <a:ln w="57150">
                <a:solidFill>
                  <a:srgbClr val="3B3838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34832" name="Google Shape;140;p18">
              <a:extLst>
                <a:ext uri="{FF2B5EF4-FFF2-40B4-BE49-F238E27FC236}">
                  <a16:creationId xmlns:a16="http://schemas.microsoft.com/office/drawing/2014/main" id="{62BB78FD-9765-1346-7888-777BC6B7F3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0849" y="1531588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15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4833" name="Google Shape;141;p18">
              <a:extLst>
                <a:ext uri="{FF2B5EF4-FFF2-40B4-BE49-F238E27FC236}">
                  <a16:creationId xmlns:a16="http://schemas.microsoft.com/office/drawing/2014/main" id="{BD9A5D15-952F-7444-8A84-91417D73B4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9641" y="2588463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24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4834" name="Google Shape;142;p18">
              <a:extLst>
                <a:ext uri="{FF2B5EF4-FFF2-40B4-BE49-F238E27FC236}">
                  <a16:creationId xmlns:a16="http://schemas.microsoft.com/office/drawing/2014/main" id="{6AE3F89D-A6BB-C22D-70E7-C4261AAF87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4750" y="3807150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16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4835" name="Google Shape;143;p18">
              <a:extLst>
                <a:ext uri="{FF2B5EF4-FFF2-40B4-BE49-F238E27FC236}">
                  <a16:creationId xmlns:a16="http://schemas.microsoft.com/office/drawing/2014/main" id="{C5DAEDF5-783E-6323-61E6-92D6383039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3580" y="3785014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30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4836" name="Google Shape;144;p18">
              <a:extLst>
                <a:ext uri="{FF2B5EF4-FFF2-40B4-BE49-F238E27FC236}">
                  <a16:creationId xmlns:a16="http://schemas.microsoft.com/office/drawing/2014/main" id="{FE24F1D0-F74C-9B6C-2A4D-093C5E6951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5401" y="2662748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8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4837" name="Google Shape;145;p18">
              <a:extLst>
                <a:ext uri="{FF2B5EF4-FFF2-40B4-BE49-F238E27FC236}">
                  <a16:creationId xmlns:a16="http://schemas.microsoft.com/office/drawing/2014/main" id="{061B34C3-FACB-C032-C1FE-E3A587E2D6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3841" y="3732688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12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4838" name="Google Shape;146;p18">
              <a:extLst>
                <a:ext uri="{FF2B5EF4-FFF2-40B4-BE49-F238E27FC236}">
                  <a16:creationId xmlns:a16="http://schemas.microsoft.com/office/drawing/2014/main" id="{31196257-31B5-1452-D771-2B81550B06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305" y="3727872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7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34821" name="Google Shape;123;p18">
            <a:extLst>
              <a:ext uri="{FF2B5EF4-FFF2-40B4-BE49-F238E27FC236}">
                <a16:creationId xmlns:a16="http://schemas.microsoft.com/office/drawing/2014/main" id="{8CCF1A6E-60C2-DD76-C79A-F387FD0896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5338" y="1860550"/>
            <a:ext cx="600075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3000" b="1">
                <a:solidFill>
                  <a:srgbClr val="FFC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a</a:t>
            </a:r>
            <a:endParaRPr lang="es-AR" altLang="es-AR" sz="30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B243DE7-F70B-B847-BFE3-62751D64950E}"/>
              </a:ext>
            </a:extLst>
          </p:cNvPr>
          <p:cNvSpPr/>
          <p:nvPr/>
        </p:nvSpPr>
        <p:spPr bwMode="auto">
          <a:xfrm>
            <a:off x="119063" y="5643563"/>
            <a:ext cx="3067050" cy="736600"/>
          </a:xfrm>
          <a:prstGeom prst="rect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s-AR">
              <a:ln w="57150">
                <a:solidFill>
                  <a:schemeClr val="tx1">
                    <a:lumMod val="65000"/>
                    <a:lumOff val="35000"/>
                  </a:schemeClr>
                </a:solidFill>
              </a:ln>
            </a:endParaRPr>
          </a:p>
        </p:txBody>
      </p:sp>
      <p:sp>
        <p:nvSpPr>
          <p:cNvPr id="8" name="6 CuadroTexto">
            <a:extLst>
              <a:ext uri="{FF2B5EF4-FFF2-40B4-BE49-F238E27FC236}">
                <a16:creationId xmlns:a16="http://schemas.microsoft.com/office/drawing/2014/main" id="{057B5329-0AB5-3479-24C0-54165B582F50}"/>
              </a:ext>
            </a:extLst>
          </p:cNvPr>
          <p:cNvSpPr txBox="1"/>
          <p:nvPr/>
        </p:nvSpPr>
        <p:spPr bwMode="auto">
          <a:xfrm>
            <a:off x="173038" y="5754688"/>
            <a:ext cx="2827337" cy="554037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buClr>
                <a:srgbClr val="FFCC66"/>
              </a:buClr>
              <a:defRPr/>
            </a:pPr>
            <a:r>
              <a:rPr lang="es-ES_tradnl" sz="3000" dirty="0">
                <a:latin typeface="Agency FB" panose="020B0503020202020204" pitchFamily="34" charset="0"/>
              </a:rPr>
              <a:t>Cómo se implementa?</a:t>
            </a:r>
          </a:p>
        </p:txBody>
      </p:sp>
      <p:sp>
        <p:nvSpPr>
          <p:cNvPr id="9" name="6 CuadroTexto">
            <a:extLst>
              <a:ext uri="{FF2B5EF4-FFF2-40B4-BE49-F238E27FC236}">
                <a16:creationId xmlns:a16="http://schemas.microsoft.com/office/drawing/2014/main" id="{F68C36EE-4B87-D2F9-C4D9-F2E5E46AE12F}"/>
              </a:ext>
            </a:extLst>
          </p:cNvPr>
          <p:cNvSpPr txBox="1"/>
          <p:nvPr/>
        </p:nvSpPr>
        <p:spPr bwMode="auto">
          <a:xfrm>
            <a:off x="5937250" y="3373438"/>
            <a:ext cx="6121400" cy="552450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buClr>
                <a:srgbClr val="FFCC66"/>
              </a:buClr>
              <a:defRPr/>
            </a:pPr>
            <a:r>
              <a:rPr lang="es-ES" sz="3000" dirty="0">
                <a:latin typeface="Agency FB" panose="020B0503020202020204" pitchFamily="34" charset="0"/>
              </a:rPr>
              <a:t>Si el árbol está vacío, entonces el 20 será la raíz</a:t>
            </a:r>
          </a:p>
        </p:txBody>
      </p:sp>
      <p:sp>
        <p:nvSpPr>
          <p:cNvPr id="10" name="6 CuadroTexto">
            <a:extLst>
              <a:ext uri="{FF2B5EF4-FFF2-40B4-BE49-F238E27FC236}">
                <a16:creationId xmlns:a16="http://schemas.microsoft.com/office/drawing/2014/main" id="{206E6006-B707-66AB-22B6-3AE709AF26B9}"/>
              </a:ext>
            </a:extLst>
          </p:cNvPr>
          <p:cNvSpPr txBox="1"/>
          <p:nvPr/>
        </p:nvSpPr>
        <p:spPr bwMode="auto">
          <a:xfrm>
            <a:off x="5951538" y="4149725"/>
            <a:ext cx="6121400" cy="1477963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buClr>
                <a:srgbClr val="FFCC66"/>
              </a:buClr>
              <a:defRPr/>
            </a:pPr>
            <a:r>
              <a:rPr lang="es-ES" sz="3000" dirty="0">
                <a:latin typeface="Agency FB" panose="020B0503020202020204" pitchFamily="34" charset="0"/>
              </a:rPr>
              <a:t>Si el árbol NO está vacío, entonces el 20 será agregado como una hoja del árbol y debe seguir respetando el orden.</a:t>
            </a:r>
          </a:p>
        </p:txBody>
      </p:sp>
      <p:sp>
        <p:nvSpPr>
          <p:cNvPr id="11" name="6 CuadroTexto">
            <a:extLst>
              <a:ext uri="{FF2B5EF4-FFF2-40B4-BE49-F238E27FC236}">
                <a16:creationId xmlns:a16="http://schemas.microsoft.com/office/drawing/2014/main" id="{73F4605C-0554-02F5-F991-7DD237DE750A}"/>
              </a:ext>
            </a:extLst>
          </p:cNvPr>
          <p:cNvSpPr txBox="1"/>
          <p:nvPr/>
        </p:nvSpPr>
        <p:spPr bwMode="auto">
          <a:xfrm>
            <a:off x="5937250" y="1741488"/>
            <a:ext cx="6121400" cy="1477962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buClr>
                <a:srgbClr val="FFCC66"/>
              </a:buClr>
              <a:defRPr/>
            </a:pPr>
            <a:r>
              <a:rPr lang="es-ES" sz="3000" dirty="0">
                <a:latin typeface="Agency FB" panose="020B0503020202020204" pitchFamily="34" charset="0"/>
              </a:rPr>
              <a:t>El </a:t>
            </a:r>
            <a:r>
              <a:rPr lang="es-ES" sz="3000" dirty="0" err="1">
                <a:latin typeface="Agency FB" panose="020B0503020202020204" pitchFamily="34" charset="0"/>
              </a:rPr>
              <a:t>árbolBB</a:t>
            </a:r>
            <a:r>
              <a:rPr lang="es-ES" sz="3000" dirty="0">
                <a:latin typeface="Agency FB" panose="020B0503020202020204" pitchFamily="34" charset="0"/>
              </a:rPr>
              <a:t> es una estructura dinámica entonces para agregar un nuevo valor hay que generar un espacio.</a:t>
            </a:r>
          </a:p>
        </p:txBody>
      </p:sp>
      <p:grpSp>
        <p:nvGrpSpPr>
          <p:cNvPr id="34827" name="Grupo 15">
            <a:extLst>
              <a:ext uri="{FF2B5EF4-FFF2-40B4-BE49-F238E27FC236}">
                <a16:creationId xmlns:a16="http://schemas.microsoft.com/office/drawing/2014/main" id="{9D935DA2-EE16-EF23-9604-E61EF9E6A64A}"/>
              </a:ext>
            </a:extLst>
          </p:cNvPr>
          <p:cNvGrpSpPr>
            <a:grpSpLocks/>
          </p:cNvGrpSpPr>
          <p:nvPr/>
        </p:nvGrpSpPr>
        <p:grpSpPr bwMode="auto">
          <a:xfrm>
            <a:off x="822325" y="1844675"/>
            <a:ext cx="712788" cy="687388"/>
            <a:chOff x="8263533" y="5805264"/>
            <a:chExt cx="712787" cy="687387"/>
          </a:xfrm>
        </p:grpSpPr>
        <p:sp>
          <p:nvSpPr>
            <p:cNvPr id="13" name="Google Shape;132;p18">
              <a:extLst>
                <a:ext uri="{FF2B5EF4-FFF2-40B4-BE49-F238E27FC236}">
                  <a16:creationId xmlns:a16="http://schemas.microsoft.com/office/drawing/2014/main" id="{95429F2F-D3FA-F84C-19C2-FD2EF9B55D18}"/>
                </a:ext>
              </a:extLst>
            </p:cNvPr>
            <p:cNvSpPr/>
            <p:nvPr/>
          </p:nvSpPr>
          <p:spPr>
            <a:xfrm>
              <a:off x="8263533" y="5805264"/>
              <a:ext cx="712787" cy="687387"/>
            </a:xfrm>
            <a:prstGeom prst="ellipse">
              <a:avLst/>
            </a:prstGeom>
            <a:noFill/>
            <a:ln w="5715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lIns="91425" tIns="45700" rIns="91425" bIns="45700" anchor="ctr"/>
            <a:lstStyle/>
            <a:p>
              <a:pPr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defRPr/>
              </a:pPr>
              <a:endParaRPr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4830" name="Google Shape;143;p18">
              <a:extLst>
                <a:ext uri="{FF2B5EF4-FFF2-40B4-BE49-F238E27FC236}">
                  <a16:creationId xmlns:a16="http://schemas.microsoft.com/office/drawing/2014/main" id="{1751C0A5-5433-6642-15CD-37031F540F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60147" y="5957422"/>
              <a:ext cx="535713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20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14527F6D-794C-0A99-5C42-34A34BBA0891}"/>
              </a:ext>
            </a:extLst>
          </p:cNvPr>
          <p:cNvCxnSpPr>
            <a:cxnSpLocks/>
          </p:cNvCxnSpPr>
          <p:nvPr/>
        </p:nvCxnSpPr>
        <p:spPr>
          <a:xfrm>
            <a:off x="3811588" y="4718050"/>
            <a:ext cx="363537" cy="366713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4306 L 0.14349 0.04445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348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174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349 0.04445 L 0.25599 0.19259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348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25" y="74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599 0.19259 L 0.18138 0.36875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348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37" y="87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138 0.36875 L 0.26771 0.46806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348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41" y="42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diagonales redondeadas 4">
            <a:extLst>
              <a:ext uri="{FF2B5EF4-FFF2-40B4-BE49-F238E27FC236}">
                <a16:creationId xmlns:a16="http://schemas.microsoft.com/office/drawing/2014/main" id="{D5D6F358-09C5-3C7F-CED2-9F3AEFFC16CB}"/>
              </a:ext>
            </a:extLst>
          </p:cNvPr>
          <p:cNvSpPr/>
          <p:nvPr/>
        </p:nvSpPr>
        <p:spPr>
          <a:xfrm>
            <a:off x="263525" y="260350"/>
            <a:ext cx="11664950" cy="1152525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4F53BF2-0272-FB42-C1E7-570665F97380}"/>
              </a:ext>
            </a:extLst>
          </p:cNvPr>
          <p:cNvSpPr txBox="1"/>
          <p:nvPr/>
        </p:nvSpPr>
        <p:spPr>
          <a:xfrm>
            <a:off x="407988" y="328613"/>
            <a:ext cx="9024937" cy="9239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5400" b="1" dirty="0" err="1">
                <a:solidFill>
                  <a:schemeClr val="accent4"/>
                </a:solidFill>
                <a:latin typeface="Agency FB" panose="020B0503020202020204" pitchFamily="34" charset="0"/>
              </a:rPr>
              <a:t>Arbol</a:t>
            </a:r>
            <a:r>
              <a:rPr lang="es-ES" sz="5400" b="1" dirty="0">
                <a:solidFill>
                  <a:schemeClr val="accent4"/>
                </a:solidFill>
                <a:latin typeface="Agency FB" panose="020B0503020202020204" pitchFamily="34" charset="0"/>
              </a:rPr>
              <a:t> Binario de Búsqueda - Creación</a:t>
            </a:r>
            <a:endParaRPr lang="es-AR" sz="5400" b="1" dirty="0">
              <a:solidFill>
                <a:schemeClr val="accent4"/>
              </a:solidFill>
              <a:latin typeface="Agency FB" panose="020B0503020202020204" pitchFamily="34" charset="0"/>
            </a:endParaRPr>
          </a:p>
        </p:txBody>
      </p:sp>
      <p:sp>
        <p:nvSpPr>
          <p:cNvPr id="36868" name="Google Shape;123;p18">
            <a:extLst>
              <a:ext uri="{FF2B5EF4-FFF2-40B4-BE49-F238E27FC236}">
                <a16:creationId xmlns:a16="http://schemas.microsoft.com/office/drawing/2014/main" id="{B0D0A270-2C83-9BC5-6B55-26159ADCA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688" y="1412875"/>
            <a:ext cx="5081587" cy="544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0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Programa arboles;</a:t>
            </a:r>
            <a:endParaRPr lang="es-AR" altLang="es-AR" sz="20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Type</a:t>
            </a:r>
            <a:endParaRPr lang="es-AR" altLang="es-AR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arbol = ^nodo;</a:t>
            </a:r>
            <a:endParaRPr lang="es-AR" altLang="es-AR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Tahoma" panose="020B0604030504040204" pitchFamily="34" charset="0"/>
              <a:buNone/>
            </a:pPr>
            <a:r>
              <a:rPr lang="en-US" altLang="es-AR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nodo = record</a:t>
            </a:r>
            <a:endParaRPr lang="es-AR" altLang="es-AR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        dato: integer;</a:t>
            </a:r>
            <a:endParaRPr lang="es-AR" altLang="es-AR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        HI: arbol;   HD: arbol;</a:t>
            </a:r>
            <a:endParaRPr lang="es-AR" altLang="es-AR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       end;</a:t>
            </a:r>
            <a:endParaRPr lang="es-AR" altLang="es-AR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0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Var</a:t>
            </a:r>
            <a:endParaRPr lang="es-AR" altLang="es-AR" sz="200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0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2000" b="1">
                <a:solidFill>
                  <a:srgbClr val="FFC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a:arbol;</a:t>
            </a: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endParaRPr lang="es-AR" altLang="es-AR" sz="200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0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Begin</a:t>
            </a:r>
            <a:endParaRPr lang="es-AR" altLang="es-AR" sz="200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0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a:= nil;</a:t>
            </a: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0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read (num);</a:t>
            </a: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0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while (num &lt;&gt; 0) do</a:t>
            </a: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0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agregar (a,num);</a:t>
            </a: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0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read(num);</a:t>
            </a: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0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end;</a:t>
            </a:r>
            <a:endParaRPr lang="es-AR" altLang="es-AR" sz="200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0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End.</a:t>
            </a:r>
            <a:endParaRPr lang="es-AR" altLang="es-AR" sz="200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36869" name="Grupo 12">
            <a:extLst>
              <a:ext uri="{FF2B5EF4-FFF2-40B4-BE49-F238E27FC236}">
                <a16:creationId xmlns:a16="http://schemas.microsoft.com/office/drawing/2014/main" id="{1F2F18E4-4B12-C30B-3687-8B48A8F373CE}"/>
              </a:ext>
            </a:extLst>
          </p:cNvPr>
          <p:cNvGrpSpPr>
            <a:grpSpLocks/>
          </p:cNvGrpSpPr>
          <p:nvPr/>
        </p:nvGrpSpPr>
        <p:grpSpPr bwMode="auto">
          <a:xfrm>
            <a:off x="5641975" y="2282825"/>
            <a:ext cx="5688013" cy="1727200"/>
            <a:chOff x="5641406" y="2282575"/>
            <a:chExt cx="5688631" cy="1728192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0C289892-83D6-0E0C-CBD3-27C0C9B56D12}"/>
                </a:ext>
              </a:extLst>
            </p:cNvPr>
            <p:cNvSpPr/>
            <p:nvPr/>
          </p:nvSpPr>
          <p:spPr bwMode="auto">
            <a:xfrm>
              <a:off x="5641406" y="2282575"/>
              <a:ext cx="5688631" cy="1728192"/>
            </a:xfrm>
            <a:prstGeom prst="rect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defRPr/>
              </a:pPr>
              <a:endParaRPr lang="es-AR">
                <a:ln w="571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a:endParaRPr>
            </a:p>
          </p:txBody>
        </p:sp>
        <p:sp>
          <p:nvSpPr>
            <p:cNvPr id="12" name="6 CuadroTexto">
              <a:extLst>
                <a:ext uri="{FF2B5EF4-FFF2-40B4-BE49-F238E27FC236}">
                  <a16:creationId xmlns:a16="http://schemas.microsoft.com/office/drawing/2014/main" id="{7D85D7A1-1CED-2EA8-D722-F1000C687899}"/>
                </a:ext>
              </a:extLst>
            </p:cNvPr>
            <p:cNvSpPr txBox="1"/>
            <p:nvPr/>
          </p:nvSpPr>
          <p:spPr bwMode="auto">
            <a:xfrm>
              <a:off x="5823989" y="2408060"/>
              <a:ext cx="5240906" cy="1477223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eaLnBrk="1" hangingPunct="1">
                <a:buClr>
                  <a:srgbClr val="FFCC66"/>
                </a:buClr>
                <a:defRPr/>
              </a:pPr>
              <a:r>
                <a:rPr lang="es-ES_tradnl" sz="3000" dirty="0">
                  <a:latin typeface="Agency FB" panose="020B0503020202020204" pitchFamily="34" charset="0"/>
                </a:rPr>
                <a:t>Suponga que se leen los siguientes valores: (15, 18, 22, 16, 7), como quedaría formado el árbol?</a:t>
              </a: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diagonales redondeadas 4">
            <a:extLst>
              <a:ext uri="{FF2B5EF4-FFF2-40B4-BE49-F238E27FC236}">
                <a16:creationId xmlns:a16="http://schemas.microsoft.com/office/drawing/2014/main" id="{14A6AA29-40CC-EA6F-8738-D6EB7BA5CD9D}"/>
              </a:ext>
            </a:extLst>
          </p:cNvPr>
          <p:cNvSpPr/>
          <p:nvPr/>
        </p:nvSpPr>
        <p:spPr>
          <a:xfrm>
            <a:off x="263525" y="260350"/>
            <a:ext cx="11664950" cy="1152525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AC14420-006A-331F-FAF7-84F07E4BF90F}"/>
              </a:ext>
            </a:extLst>
          </p:cNvPr>
          <p:cNvSpPr txBox="1"/>
          <p:nvPr/>
        </p:nvSpPr>
        <p:spPr>
          <a:xfrm>
            <a:off x="407988" y="328613"/>
            <a:ext cx="9024937" cy="9239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5400" b="1" dirty="0" err="1">
                <a:solidFill>
                  <a:schemeClr val="accent4"/>
                </a:solidFill>
                <a:latin typeface="Agency FB" panose="020B0503020202020204" pitchFamily="34" charset="0"/>
              </a:rPr>
              <a:t>Arbol</a:t>
            </a:r>
            <a:r>
              <a:rPr lang="es-ES" sz="5400" b="1" dirty="0">
                <a:solidFill>
                  <a:schemeClr val="accent4"/>
                </a:solidFill>
                <a:latin typeface="Agency FB" panose="020B0503020202020204" pitchFamily="34" charset="0"/>
              </a:rPr>
              <a:t> Binario de Búsqueda - Creación</a:t>
            </a:r>
            <a:endParaRPr lang="es-AR" sz="5400" b="1" dirty="0">
              <a:solidFill>
                <a:schemeClr val="accent4"/>
              </a:solidFill>
              <a:latin typeface="Agency FB" panose="020B0503020202020204" pitchFamily="34" charset="0"/>
            </a:endParaRPr>
          </a:p>
        </p:txBody>
      </p:sp>
      <p:sp>
        <p:nvSpPr>
          <p:cNvPr id="38916" name="Google Shape;123;p18">
            <a:extLst>
              <a:ext uri="{FF2B5EF4-FFF2-40B4-BE49-F238E27FC236}">
                <a16:creationId xmlns:a16="http://schemas.microsoft.com/office/drawing/2014/main" id="{A7F3CFF6-3289-9D3A-169D-A8A18B8E34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688" y="1412875"/>
            <a:ext cx="5081587" cy="544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0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Programa arboles;</a:t>
            </a:r>
            <a:endParaRPr lang="es-AR" altLang="es-AR" sz="20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Type</a:t>
            </a:r>
            <a:endParaRPr lang="es-AR" altLang="es-AR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arbol = ^nodo;</a:t>
            </a:r>
            <a:endParaRPr lang="es-AR" altLang="es-AR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Tahoma" panose="020B0604030504040204" pitchFamily="34" charset="0"/>
              <a:buNone/>
            </a:pPr>
            <a:r>
              <a:rPr lang="en-US" altLang="es-AR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nodo = record</a:t>
            </a:r>
            <a:endParaRPr lang="es-AR" altLang="es-AR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        dato: integer;</a:t>
            </a:r>
            <a:endParaRPr lang="es-AR" altLang="es-AR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        HI: arbol;   HD: arbol;</a:t>
            </a:r>
            <a:endParaRPr lang="es-AR" altLang="es-AR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       end;</a:t>
            </a:r>
            <a:endParaRPr lang="es-AR" altLang="es-AR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0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Var</a:t>
            </a:r>
            <a:endParaRPr lang="es-AR" altLang="es-AR" sz="200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0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2000" b="1">
                <a:solidFill>
                  <a:srgbClr val="FFC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a:arbol;</a:t>
            </a: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endParaRPr lang="es-AR" altLang="es-AR" sz="200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0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Begin</a:t>
            </a:r>
            <a:endParaRPr lang="es-AR" altLang="es-AR" sz="200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0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a:= nil;</a:t>
            </a: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0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read (num);</a:t>
            </a: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0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while (num &lt;&gt; 0) do</a:t>
            </a: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0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agregar (a,num);</a:t>
            </a: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0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read(num);</a:t>
            </a: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0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end;</a:t>
            </a:r>
            <a:endParaRPr lang="es-AR" altLang="es-AR" sz="200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0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End.</a:t>
            </a:r>
            <a:endParaRPr lang="es-AR" altLang="es-AR" sz="200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Google Shape;293;p22">
            <a:extLst>
              <a:ext uri="{FF2B5EF4-FFF2-40B4-BE49-F238E27FC236}">
                <a16:creationId xmlns:a16="http://schemas.microsoft.com/office/drawing/2014/main" id="{B4E1D644-3111-2436-02A1-59816B21FC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5413" y="1773238"/>
            <a:ext cx="6892925" cy="482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>
              <a:lnSpc>
                <a:spcPct val="90000"/>
              </a:lnSpc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Procedure </a:t>
            </a:r>
            <a:r>
              <a:rPr lang="en-US" altLang="es-AR" sz="20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agregar</a:t>
            </a: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(var a:árbol; </a:t>
            </a:r>
            <a:r>
              <a:rPr lang="en-US" altLang="es-AR" sz="20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num:integer</a:t>
            </a: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);</a:t>
            </a:r>
            <a:endParaRPr lang="es-AR" altLang="es-AR" sz="20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Begin</a:t>
            </a:r>
            <a:endParaRPr lang="es-AR" altLang="es-AR" sz="20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if (a = nil) then</a:t>
            </a:r>
            <a:endParaRPr lang="es-AR" altLang="es-AR" sz="20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begin</a:t>
            </a:r>
            <a:endParaRPr lang="es-AR" altLang="es-AR" sz="20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  new(a);</a:t>
            </a:r>
            <a:endParaRPr lang="es-AR" altLang="es-AR" sz="20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  a^.</a:t>
            </a:r>
            <a:r>
              <a:rPr lang="en-US" altLang="es-AR" sz="20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dato</a:t>
            </a: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:= num; </a:t>
            </a:r>
            <a:r>
              <a:rPr lang="en-US" altLang="es-AR" sz="20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a^.HI</a:t>
            </a: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:= nil; </a:t>
            </a:r>
            <a:r>
              <a:rPr lang="en-US" altLang="es-AR" sz="20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a^.HD</a:t>
            </a: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:= nil;</a:t>
            </a:r>
            <a:endParaRPr lang="es-AR" altLang="es-AR" sz="20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end</a:t>
            </a:r>
            <a:endParaRPr lang="es-AR" altLang="es-AR" sz="20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else</a:t>
            </a:r>
            <a:endParaRPr lang="es-AR" altLang="es-AR" sz="20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if (num &lt; a^.</a:t>
            </a:r>
            <a:r>
              <a:rPr lang="en-US" altLang="es-AR" sz="20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dato</a:t>
            </a: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) then </a:t>
            </a: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   </a:t>
            </a:r>
            <a:r>
              <a:rPr lang="en-US" altLang="es-AR" sz="20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agregar</a:t>
            </a: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(a^.</a:t>
            </a:r>
            <a:r>
              <a:rPr lang="en-US" altLang="es-AR" sz="20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HI,num</a:t>
            </a: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)</a:t>
            </a:r>
            <a:endParaRPr lang="es-AR" altLang="es-AR" sz="20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else </a:t>
            </a: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   </a:t>
            </a:r>
            <a:r>
              <a:rPr lang="en-US" altLang="es-AR" sz="20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agregar</a:t>
            </a: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(a^.</a:t>
            </a:r>
            <a:r>
              <a:rPr lang="en-US" altLang="es-AR" sz="20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HD,num</a:t>
            </a: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)   </a:t>
            </a:r>
            <a:endParaRPr lang="es-AR" altLang="es-AR" sz="20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End;</a:t>
            </a:r>
            <a:endParaRPr lang="es-AR" altLang="es-AR" sz="20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38918" name="Grupo 8">
            <a:extLst>
              <a:ext uri="{FF2B5EF4-FFF2-40B4-BE49-F238E27FC236}">
                <a16:creationId xmlns:a16="http://schemas.microsoft.com/office/drawing/2014/main" id="{9A3767CB-0375-FAED-AE88-CB6C8015C987}"/>
              </a:ext>
            </a:extLst>
          </p:cNvPr>
          <p:cNvGrpSpPr>
            <a:grpSpLocks/>
          </p:cNvGrpSpPr>
          <p:nvPr/>
        </p:nvGrpSpPr>
        <p:grpSpPr bwMode="auto">
          <a:xfrm>
            <a:off x="9378950" y="5688013"/>
            <a:ext cx="2519363" cy="693737"/>
            <a:chOff x="9048328" y="5301208"/>
            <a:chExt cx="2520280" cy="694432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184AFBEC-EDB8-EDF9-7CC4-56930B7A3FD5}"/>
                </a:ext>
              </a:extLst>
            </p:cNvPr>
            <p:cNvSpPr/>
            <p:nvPr/>
          </p:nvSpPr>
          <p:spPr bwMode="auto">
            <a:xfrm>
              <a:off x="9048328" y="5301208"/>
              <a:ext cx="2520280" cy="694432"/>
            </a:xfrm>
            <a:prstGeom prst="rect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defRPr/>
              </a:pPr>
              <a:endParaRPr lang="es-AR">
                <a:ln w="571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a:endParaRPr>
            </a:p>
          </p:txBody>
        </p:sp>
        <p:sp>
          <p:nvSpPr>
            <p:cNvPr id="8" name="6 CuadroTexto">
              <a:extLst>
                <a:ext uri="{FF2B5EF4-FFF2-40B4-BE49-F238E27FC236}">
                  <a16:creationId xmlns:a16="http://schemas.microsoft.com/office/drawing/2014/main" id="{87286880-743C-F96B-DF17-B3A8A66860EB}"/>
                </a:ext>
              </a:extLst>
            </p:cNvPr>
            <p:cNvSpPr txBox="1"/>
            <p:nvPr/>
          </p:nvSpPr>
          <p:spPr bwMode="auto">
            <a:xfrm>
              <a:off x="9175374" y="5352059"/>
              <a:ext cx="2248718" cy="553003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eaLnBrk="1" hangingPunct="1">
                <a:buClr>
                  <a:srgbClr val="FFCC66"/>
                </a:buClr>
                <a:defRPr/>
              </a:pPr>
              <a:r>
                <a:rPr lang="es-ES_tradnl" sz="3000" dirty="0">
                  <a:latin typeface="Agency FB" panose="020B0503020202020204" pitchFamily="34" charset="0"/>
                </a:rPr>
                <a:t>Cómo funciona?</a:t>
              </a: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89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8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8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diagonales redondeadas 4">
            <a:extLst>
              <a:ext uri="{FF2B5EF4-FFF2-40B4-BE49-F238E27FC236}">
                <a16:creationId xmlns:a16="http://schemas.microsoft.com/office/drawing/2014/main" id="{64A39F8D-0C9C-6723-821C-E34C776C5EB8}"/>
              </a:ext>
            </a:extLst>
          </p:cNvPr>
          <p:cNvSpPr/>
          <p:nvPr/>
        </p:nvSpPr>
        <p:spPr>
          <a:xfrm>
            <a:off x="263525" y="260350"/>
            <a:ext cx="11664950" cy="1152525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8C3BB69-3F7B-A46A-794F-537E348AAE7C}"/>
              </a:ext>
            </a:extLst>
          </p:cNvPr>
          <p:cNvSpPr txBox="1"/>
          <p:nvPr/>
        </p:nvSpPr>
        <p:spPr>
          <a:xfrm>
            <a:off x="407988" y="328613"/>
            <a:ext cx="8882062" cy="9239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5400" b="1" dirty="0" err="1">
                <a:solidFill>
                  <a:schemeClr val="accent4"/>
                </a:solidFill>
                <a:latin typeface="Agency FB" panose="020B0503020202020204" pitchFamily="34" charset="0"/>
              </a:rPr>
              <a:t>Arbol</a:t>
            </a:r>
            <a:r>
              <a:rPr lang="es-ES" sz="5400" b="1" dirty="0">
                <a:solidFill>
                  <a:schemeClr val="accent4"/>
                </a:solidFill>
                <a:latin typeface="Agency FB" panose="020B0503020202020204" pitchFamily="34" charset="0"/>
              </a:rPr>
              <a:t> Binario de Búsqueda- Creación</a:t>
            </a:r>
            <a:endParaRPr lang="es-AR" sz="5400" b="1" dirty="0">
              <a:solidFill>
                <a:schemeClr val="accent4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Google Shape;178;p19">
            <a:extLst>
              <a:ext uri="{FF2B5EF4-FFF2-40B4-BE49-F238E27FC236}">
                <a16:creationId xmlns:a16="http://schemas.microsoft.com/office/drawing/2014/main" id="{F73E30D8-589D-BE3E-F033-BBDFB84EA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5948" y="3034665"/>
            <a:ext cx="558800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90000"/>
              </a:lnSpc>
              <a:buClr>
                <a:srgbClr val="FF0066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 b="1" dirty="0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15</a:t>
            </a:r>
            <a:endParaRPr lang="es-AR" altLang="es-AR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Google Shape;179;p19">
            <a:extLst>
              <a:ext uri="{FF2B5EF4-FFF2-40B4-BE49-F238E27FC236}">
                <a16:creationId xmlns:a16="http://schemas.microsoft.com/office/drawing/2014/main" id="{BE8DC2F8-7FAE-942D-E85E-FBF782B5B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1693" y="2824162"/>
            <a:ext cx="5290177" cy="1035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>
              <a:lnSpc>
                <a:spcPct val="90000"/>
              </a:lnSpc>
              <a:buClr>
                <a:srgbClr val="595959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Como el árbol es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vacío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, se genera un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nodo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nuevo y el valor 15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ocupará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la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raíz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del árbol.</a:t>
            </a:r>
            <a:endParaRPr lang="es-AR" altLang="es-AR" sz="2200" b="1" dirty="0">
              <a:solidFill>
                <a:srgbClr val="595959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Arial" panose="020B0604020202020204" pitchFamily="34" charset="0"/>
            </a:endParaRPr>
          </a:p>
        </p:txBody>
      </p:sp>
      <p:grpSp>
        <p:nvGrpSpPr>
          <p:cNvPr id="40966" name="Google Shape;180;p19">
            <a:extLst>
              <a:ext uri="{FF2B5EF4-FFF2-40B4-BE49-F238E27FC236}">
                <a16:creationId xmlns:a16="http://schemas.microsoft.com/office/drawing/2014/main" id="{F0E62083-EB74-0B9B-CBAB-EC7293EC21C9}"/>
              </a:ext>
            </a:extLst>
          </p:cNvPr>
          <p:cNvGrpSpPr>
            <a:grpSpLocks/>
          </p:cNvGrpSpPr>
          <p:nvPr/>
        </p:nvGrpSpPr>
        <p:grpSpPr bwMode="auto">
          <a:xfrm>
            <a:off x="10488215" y="2597150"/>
            <a:ext cx="1368425" cy="850900"/>
            <a:chOff x="7994650" y="3048000"/>
            <a:chExt cx="1081088" cy="850900"/>
          </a:xfrm>
        </p:grpSpPr>
        <p:sp>
          <p:nvSpPr>
            <p:cNvPr id="40981" name="Google Shape;181;p19">
              <a:extLst>
                <a:ext uri="{FF2B5EF4-FFF2-40B4-BE49-F238E27FC236}">
                  <a16:creationId xmlns:a16="http://schemas.microsoft.com/office/drawing/2014/main" id="{E3EA26C4-1216-9B73-128A-9EC3696AC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94650" y="3308350"/>
              <a:ext cx="547688" cy="590550"/>
            </a:xfrm>
            <a:prstGeom prst="ellipse">
              <a:avLst/>
            </a:prstGeom>
            <a:noFill/>
            <a:ln w="57150">
              <a:solidFill>
                <a:srgbClr val="2F5597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Clr>
                  <a:srgbClr val="000000"/>
                </a:buClr>
                <a:buSzPts val="1800"/>
                <a:buFont typeface="Arial" panose="020B0604020202020204" pitchFamily="34" charset="0"/>
                <a:buNone/>
              </a:pPr>
              <a:endParaRPr lang="es-AR" altLang="es-AR">
                <a:solidFill>
                  <a:srgbClr val="000000"/>
                </a:solidFill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40982" name="Google Shape;182;p19">
              <a:extLst>
                <a:ext uri="{FF2B5EF4-FFF2-40B4-BE49-F238E27FC236}">
                  <a16:creationId xmlns:a16="http://schemas.microsoft.com/office/drawing/2014/main" id="{C33418C5-55BC-9F43-6AEB-5AFA9BD21D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42275" y="3429000"/>
              <a:ext cx="452438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buClr>
                  <a:srgbClr val="595959"/>
                </a:buClr>
                <a:buSzPts val="2200"/>
                <a:buFont typeface="Consolas" panose="020B0609020204030204" pitchFamily="49" charset="0"/>
                <a:buNone/>
              </a:pPr>
              <a:r>
                <a:rPr lang="en-US" altLang="es-AR" sz="2200" b="1">
                  <a:solidFill>
                    <a:srgbClr val="595959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15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0983" name="Google Shape;183;p19">
              <a:extLst>
                <a:ext uri="{FF2B5EF4-FFF2-40B4-BE49-F238E27FC236}">
                  <a16:creationId xmlns:a16="http://schemas.microsoft.com/office/drawing/2014/main" id="{608CE2BC-6387-8EA6-61D8-938E2D1C3B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42338" y="3048000"/>
              <a:ext cx="533400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buClr>
                  <a:srgbClr val="595959"/>
                </a:buClr>
                <a:buSzPts val="2200"/>
                <a:buFont typeface="Consolas" panose="020B0609020204030204" pitchFamily="49" charset="0"/>
                <a:buNone/>
              </a:pPr>
              <a:r>
                <a:rPr lang="en-US" altLang="es-AR" sz="2200" b="1">
                  <a:solidFill>
                    <a:srgbClr val="595959"/>
                  </a:solidFill>
                  <a:latin typeface="Consolas" panose="020B0609020204030204" pitchFamily="49" charset="0"/>
                  <a:cs typeface="Arial" panose="020B0604020202020204" pitchFamily="34" charset="0"/>
                  <a:sym typeface="Consolas" panose="020B0609020204030204" pitchFamily="49" charset="0"/>
                </a:rPr>
                <a:t>a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14" name="Google Shape;184;p19">
            <a:extLst>
              <a:ext uri="{FF2B5EF4-FFF2-40B4-BE49-F238E27FC236}">
                <a16:creationId xmlns:a16="http://schemas.microsoft.com/office/drawing/2014/main" id="{0FF83433-17F0-CB27-43F1-9DDA558D6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7761" y="4320061"/>
            <a:ext cx="558800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90000"/>
              </a:lnSpc>
              <a:buClr>
                <a:srgbClr val="FF0066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 dirty="0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18</a:t>
            </a:r>
            <a:endParaRPr lang="es-AR" altLang="es-AR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Google Shape;185;p19">
            <a:extLst>
              <a:ext uri="{FF2B5EF4-FFF2-40B4-BE49-F238E27FC236}">
                <a16:creationId xmlns:a16="http://schemas.microsoft.com/office/drawing/2014/main" id="{5C6EA0C1-20DD-5DEF-B015-5A02FB46F2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1161" y="4356893"/>
            <a:ext cx="5709295" cy="206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>
              <a:lnSpc>
                <a:spcPct val="90000"/>
              </a:lnSpc>
              <a:buClr>
                <a:srgbClr val="595959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Como el árbol NO es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vacío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,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tengo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que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recorrer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desde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la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raíz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hasta el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lugar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correspondiente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respetando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el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orden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.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Siempre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se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inserta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en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una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hoja.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Siempre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debo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generar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un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espacio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para el nuevo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dato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.</a:t>
            </a:r>
            <a:endParaRPr lang="es-AR" altLang="es-AR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40969" name="Google Shape;186;p19">
            <a:extLst>
              <a:ext uri="{FF2B5EF4-FFF2-40B4-BE49-F238E27FC236}">
                <a16:creationId xmlns:a16="http://schemas.microsoft.com/office/drawing/2014/main" id="{4FA7C0E1-1926-336A-33CE-A26D45E525E4}"/>
              </a:ext>
            </a:extLst>
          </p:cNvPr>
          <p:cNvGrpSpPr>
            <a:grpSpLocks/>
          </p:cNvGrpSpPr>
          <p:nvPr/>
        </p:nvGrpSpPr>
        <p:grpSpPr bwMode="auto">
          <a:xfrm>
            <a:off x="11370989" y="5210175"/>
            <a:ext cx="701675" cy="982663"/>
            <a:chOff x="10366375" y="4314825"/>
            <a:chExt cx="701675" cy="982663"/>
          </a:xfrm>
        </p:grpSpPr>
        <p:cxnSp>
          <p:nvCxnSpPr>
            <p:cNvPr id="40977" name="Google Shape;187;p19">
              <a:extLst>
                <a:ext uri="{FF2B5EF4-FFF2-40B4-BE49-F238E27FC236}">
                  <a16:creationId xmlns:a16="http://schemas.microsoft.com/office/drawing/2014/main" id="{666E2B65-4814-6C63-87CD-793E61ED56E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366375" y="4314825"/>
              <a:ext cx="304800" cy="361950"/>
            </a:xfrm>
            <a:prstGeom prst="straightConnector1">
              <a:avLst/>
            </a:prstGeom>
            <a:noFill/>
            <a:ln w="57150">
              <a:solidFill>
                <a:srgbClr val="2F5597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40978" name="Google Shape;188;p19">
              <a:extLst>
                <a:ext uri="{FF2B5EF4-FFF2-40B4-BE49-F238E27FC236}">
                  <a16:creationId xmlns:a16="http://schemas.microsoft.com/office/drawing/2014/main" id="{AB645003-1540-6C5B-8533-6594B2F493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93375" y="4706938"/>
              <a:ext cx="574675" cy="590550"/>
              <a:chOff x="10491788" y="4678363"/>
              <a:chExt cx="574675" cy="590550"/>
            </a:xfrm>
          </p:grpSpPr>
          <p:sp>
            <p:nvSpPr>
              <p:cNvPr id="40979" name="Google Shape;189;p19">
                <a:extLst>
                  <a:ext uri="{FF2B5EF4-FFF2-40B4-BE49-F238E27FC236}">
                    <a16:creationId xmlns:a16="http://schemas.microsoft.com/office/drawing/2014/main" id="{2058B85D-647D-2431-2D7E-E79EEE7724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91788" y="4777814"/>
                <a:ext cx="546100" cy="4540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25" tIns="45700" rIns="91425" bIns="45700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lnSpc>
                    <a:spcPct val="90000"/>
                  </a:lnSpc>
                  <a:buClr>
                    <a:srgbClr val="595959"/>
                  </a:buClr>
                  <a:buSzPts val="2200"/>
                  <a:buFont typeface="Consolas" panose="020B0609020204030204" pitchFamily="49" charset="0"/>
                  <a:buNone/>
                </a:pPr>
                <a:r>
                  <a:rPr lang="en-US" altLang="es-AR" sz="2200" b="1">
                    <a:solidFill>
                      <a:srgbClr val="595959"/>
                    </a:solidFill>
                    <a:latin typeface="Consolas" panose="020B0609020204030204" pitchFamily="49" charset="0"/>
                    <a:ea typeface="Consolas" panose="020B0609020204030204" pitchFamily="49" charset="0"/>
                    <a:cs typeface="Consolas" panose="020B0609020204030204" pitchFamily="49" charset="0"/>
                    <a:sym typeface="Consolas" panose="020B0609020204030204" pitchFamily="49" charset="0"/>
                  </a:rPr>
                  <a:t>18</a:t>
                </a:r>
                <a:endParaRPr lang="es-AR" altLang="es-AR"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0980" name="Google Shape;190;p19">
                <a:extLst>
                  <a:ext uri="{FF2B5EF4-FFF2-40B4-BE49-F238E27FC236}">
                    <a16:creationId xmlns:a16="http://schemas.microsoft.com/office/drawing/2014/main" id="{A79A1A67-8E46-A9A1-9012-94B9C051A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20363" y="4678363"/>
                <a:ext cx="546100" cy="590550"/>
              </a:xfrm>
              <a:prstGeom prst="ellipse">
                <a:avLst/>
              </a:prstGeom>
              <a:noFill/>
              <a:ln w="57150">
                <a:solidFill>
                  <a:srgbClr val="2F5597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45700" rIns="91425" bIns="45700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buClr>
                    <a:srgbClr val="000000"/>
                  </a:buClr>
                  <a:buSzPts val="1800"/>
                  <a:buFont typeface="Arial" panose="020B0604020202020204" pitchFamily="34" charset="0"/>
                  <a:buNone/>
                </a:pPr>
                <a:endParaRPr lang="es-AR" altLang="es-AR">
                  <a:solidFill>
                    <a:srgbClr val="000000"/>
                  </a:solidFill>
                  <a:cs typeface="Tahoma" panose="020B0604030504040204" pitchFamily="34" charset="0"/>
                  <a:sym typeface="Tahoma" panose="020B0604030504040204" pitchFamily="34" charset="0"/>
                </a:endParaRPr>
              </a:p>
            </p:txBody>
          </p:sp>
        </p:grpSp>
      </p:grpSp>
      <p:grpSp>
        <p:nvGrpSpPr>
          <p:cNvPr id="40970" name="Google Shape;191;p19">
            <a:extLst>
              <a:ext uri="{FF2B5EF4-FFF2-40B4-BE49-F238E27FC236}">
                <a16:creationId xmlns:a16="http://schemas.microsoft.com/office/drawing/2014/main" id="{D6961ED4-8AE7-8EF0-87F6-E26FC2D5685E}"/>
              </a:ext>
            </a:extLst>
          </p:cNvPr>
          <p:cNvGrpSpPr>
            <a:grpSpLocks/>
          </p:cNvGrpSpPr>
          <p:nvPr/>
        </p:nvGrpSpPr>
        <p:grpSpPr bwMode="auto">
          <a:xfrm>
            <a:off x="10253662" y="4492625"/>
            <a:ext cx="1615802" cy="817563"/>
            <a:chOff x="9249049" y="3597275"/>
            <a:chExt cx="1615801" cy="817564"/>
          </a:xfrm>
        </p:grpSpPr>
        <p:grpSp>
          <p:nvGrpSpPr>
            <p:cNvPr id="40972" name="Google Shape;192;p19">
              <a:extLst>
                <a:ext uri="{FF2B5EF4-FFF2-40B4-BE49-F238E27FC236}">
                  <a16:creationId xmlns:a16="http://schemas.microsoft.com/office/drawing/2014/main" id="{7AAB309B-499B-7939-8B32-6FDCFFB13F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83763" y="3597275"/>
              <a:ext cx="1081087" cy="793750"/>
              <a:chOff x="9507538" y="4119563"/>
              <a:chExt cx="1081087" cy="793750"/>
            </a:xfrm>
          </p:grpSpPr>
          <p:sp>
            <p:nvSpPr>
              <p:cNvPr id="40974" name="Google Shape;193;p19">
                <a:extLst>
                  <a:ext uri="{FF2B5EF4-FFF2-40B4-BE49-F238E27FC236}">
                    <a16:creationId xmlns:a16="http://schemas.microsoft.com/office/drawing/2014/main" id="{90C40E36-756B-A9A5-12D1-CA63DB106E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07538" y="4322763"/>
                <a:ext cx="547687" cy="590550"/>
              </a:xfrm>
              <a:prstGeom prst="ellipse">
                <a:avLst/>
              </a:prstGeom>
              <a:noFill/>
              <a:ln w="57150">
                <a:solidFill>
                  <a:srgbClr val="2F5597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45700" rIns="91425" bIns="45700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buClr>
                    <a:srgbClr val="000000"/>
                  </a:buClr>
                  <a:buSzPts val="1800"/>
                  <a:buFont typeface="Arial" panose="020B0604020202020204" pitchFamily="34" charset="0"/>
                  <a:buNone/>
                </a:pPr>
                <a:endParaRPr lang="es-AR" altLang="es-AR">
                  <a:solidFill>
                    <a:srgbClr val="000000"/>
                  </a:solidFill>
                  <a:cs typeface="Tahoma" panose="020B0604030504040204" pitchFamily="34" charset="0"/>
                  <a:sym typeface="Tahoma" panose="020B0604030504040204" pitchFamily="34" charset="0"/>
                </a:endParaRPr>
              </a:p>
            </p:txBody>
          </p:sp>
          <p:sp>
            <p:nvSpPr>
              <p:cNvPr id="40975" name="Google Shape;194;p19">
                <a:extLst>
                  <a:ext uri="{FF2B5EF4-FFF2-40B4-BE49-F238E27FC236}">
                    <a16:creationId xmlns:a16="http://schemas.microsoft.com/office/drawing/2014/main" id="{21291D1E-C4C5-9016-16FC-753C1E544C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555163" y="4443413"/>
                <a:ext cx="547687" cy="4540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25" tIns="45700" rIns="91425" bIns="45700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lnSpc>
                    <a:spcPct val="90000"/>
                  </a:lnSpc>
                  <a:buClr>
                    <a:srgbClr val="595959"/>
                  </a:buClr>
                  <a:buSzPts val="2200"/>
                  <a:buFont typeface="Consolas" panose="020B0609020204030204" pitchFamily="49" charset="0"/>
                  <a:buNone/>
                </a:pPr>
                <a:r>
                  <a:rPr lang="en-US" altLang="es-AR" sz="2200" b="1">
                    <a:solidFill>
                      <a:srgbClr val="595959"/>
                    </a:solidFill>
                    <a:latin typeface="Consolas" panose="020B0609020204030204" pitchFamily="49" charset="0"/>
                    <a:ea typeface="Consolas" panose="020B0609020204030204" pitchFamily="49" charset="0"/>
                    <a:cs typeface="Consolas" panose="020B0609020204030204" pitchFamily="49" charset="0"/>
                    <a:sym typeface="Consolas" panose="020B0609020204030204" pitchFamily="49" charset="0"/>
                  </a:rPr>
                  <a:t>15</a:t>
                </a:r>
                <a:endParaRPr lang="es-AR" altLang="es-AR"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0976" name="Google Shape;195;p19">
                <a:extLst>
                  <a:ext uri="{FF2B5EF4-FFF2-40B4-BE49-F238E27FC236}">
                    <a16:creationId xmlns:a16="http://schemas.microsoft.com/office/drawing/2014/main" id="{FC831023-EC81-B579-C583-1F232C92DC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55225" y="4119563"/>
                <a:ext cx="533400" cy="4540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25" tIns="45700" rIns="91425" bIns="45700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lnSpc>
                    <a:spcPct val="90000"/>
                  </a:lnSpc>
                  <a:buClr>
                    <a:srgbClr val="595959"/>
                  </a:buClr>
                  <a:buSzPts val="2200"/>
                  <a:buFont typeface="Consolas" panose="020B0609020204030204" pitchFamily="49" charset="0"/>
                  <a:buNone/>
                </a:pPr>
                <a:r>
                  <a:rPr lang="en-US" altLang="es-AR" sz="2200" b="1">
                    <a:solidFill>
                      <a:srgbClr val="595959"/>
                    </a:solidFill>
                    <a:latin typeface="Consolas" panose="020B0609020204030204" pitchFamily="49" charset="0"/>
                    <a:cs typeface="Arial" panose="020B0604020202020204" pitchFamily="34" charset="0"/>
                    <a:sym typeface="Consolas" panose="020B0609020204030204" pitchFamily="49" charset="0"/>
                  </a:rPr>
                  <a:t>a</a:t>
                </a:r>
                <a:endParaRPr lang="es-AR" altLang="es-AR"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40973" name="Google Shape;196;p19">
              <a:extLst>
                <a:ext uri="{FF2B5EF4-FFF2-40B4-BE49-F238E27FC236}">
                  <a16:creationId xmlns:a16="http://schemas.microsoft.com/office/drawing/2014/main" id="{89116DC0-E05A-706A-19AE-20F91D851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9049" y="3800476"/>
              <a:ext cx="450850" cy="614363"/>
            </a:xfrm>
            <a:prstGeom prst="rightArrow">
              <a:avLst>
                <a:gd name="adj1" fmla="val 12407"/>
                <a:gd name="adj2" fmla="val 49999"/>
              </a:avLst>
            </a:prstGeom>
            <a:solidFill>
              <a:schemeClr val="accent1"/>
            </a:solidFill>
            <a:ln w="12700">
              <a:solidFill>
                <a:srgbClr val="41719C"/>
              </a:solidFill>
              <a:miter lim="800000"/>
              <a:headEnd type="none" w="sm" len="sm"/>
              <a:tailEnd type="none" w="sm" len="sm"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Clr>
                  <a:srgbClr val="000000"/>
                </a:buClr>
                <a:buSzPts val="1800"/>
                <a:buFont typeface="Arial" panose="020B0604020202020204" pitchFamily="34" charset="0"/>
                <a:buNone/>
              </a:pPr>
              <a:endParaRPr lang="es-AR" altLang="es-AR">
                <a:solidFill>
                  <a:srgbClr val="000000"/>
                </a:solidFill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  <p:sp>
        <p:nvSpPr>
          <p:cNvPr id="8" name="6 CuadroTexto">
            <a:extLst>
              <a:ext uri="{FF2B5EF4-FFF2-40B4-BE49-F238E27FC236}">
                <a16:creationId xmlns:a16="http://schemas.microsoft.com/office/drawing/2014/main" id="{6EA047F9-628B-485A-F421-06B3C6577436}"/>
              </a:ext>
            </a:extLst>
          </p:cNvPr>
          <p:cNvSpPr txBox="1"/>
          <p:nvPr/>
        </p:nvSpPr>
        <p:spPr bwMode="auto">
          <a:xfrm>
            <a:off x="190500" y="1530350"/>
            <a:ext cx="11593513" cy="649288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buClr>
                <a:srgbClr val="FFCC66"/>
              </a:buClr>
              <a:defRPr/>
            </a:pPr>
            <a:r>
              <a:rPr lang="es-ES_tradnl" sz="3000" dirty="0">
                <a:latin typeface="Agency FB" panose="020B0503020202020204" pitchFamily="34" charset="0"/>
              </a:rPr>
              <a:t>Suponga que se leen los siguientes valores: (15, 18, 22, 16, 7), como quedaría formado el árbol?</a:t>
            </a:r>
          </a:p>
        </p:txBody>
      </p:sp>
      <p:sp>
        <p:nvSpPr>
          <p:cNvPr id="2" name="Google Shape;293;p22">
            <a:extLst>
              <a:ext uri="{FF2B5EF4-FFF2-40B4-BE49-F238E27FC236}">
                <a16:creationId xmlns:a16="http://schemas.microsoft.com/office/drawing/2014/main" id="{35832A34-E827-CE67-B253-BDC5339A1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" y="2176232"/>
            <a:ext cx="5290177" cy="4632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>
              <a:lnSpc>
                <a:spcPct val="90000"/>
              </a:lnSpc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Procedure </a:t>
            </a:r>
            <a:r>
              <a:rPr lang="en-US" altLang="es-AR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agregar</a:t>
            </a: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(var a:árbol; </a:t>
            </a:r>
            <a:r>
              <a:rPr lang="en-US" altLang="es-AR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num:integer</a:t>
            </a: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);</a:t>
            </a:r>
            <a:endParaRPr lang="es-AR" altLang="es-AR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Begin</a:t>
            </a:r>
            <a:endParaRPr lang="es-AR" altLang="es-AR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if (a = nil) then</a:t>
            </a:r>
            <a:endParaRPr lang="es-AR" altLang="es-AR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begin</a:t>
            </a:r>
            <a:endParaRPr lang="es-AR" altLang="es-AR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  new(a);    a^.</a:t>
            </a:r>
            <a:r>
              <a:rPr lang="en-US" altLang="es-AR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dato</a:t>
            </a: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:= num; </a:t>
            </a: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  </a:t>
            </a:r>
            <a:r>
              <a:rPr lang="en-US" altLang="es-AR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a^.HI</a:t>
            </a: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:= nil; </a:t>
            </a: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  </a:t>
            </a:r>
            <a:r>
              <a:rPr lang="en-US" altLang="es-AR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a^.HD</a:t>
            </a: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:= nil;</a:t>
            </a:r>
            <a:endParaRPr lang="es-AR" altLang="es-AR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end</a:t>
            </a:r>
            <a:endParaRPr lang="es-AR" altLang="es-AR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else</a:t>
            </a:r>
            <a:endParaRPr lang="es-AR" altLang="es-AR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if (num &lt; a^.</a:t>
            </a:r>
            <a:r>
              <a:rPr lang="en-US" altLang="es-AR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dato</a:t>
            </a: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) then </a:t>
            </a: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   </a:t>
            </a:r>
            <a:r>
              <a:rPr lang="en-US" altLang="es-AR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agregar</a:t>
            </a: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(a^.</a:t>
            </a:r>
            <a:r>
              <a:rPr lang="en-US" altLang="es-AR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HI,num</a:t>
            </a: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)</a:t>
            </a:r>
            <a:endParaRPr lang="es-AR" altLang="es-AR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else </a:t>
            </a: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   </a:t>
            </a:r>
            <a:r>
              <a:rPr lang="en-US" altLang="es-AR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agregar</a:t>
            </a: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(a^.</a:t>
            </a:r>
            <a:r>
              <a:rPr lang="en-US" altLang="es-AR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HD,num</a:t>
            </a: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)   </a:t>
            </a:r>
            <a:endParaRPr lang="es-AR" altLang="es-AR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End;</a:t>
            </a:r>
            <a:endParaRPr lang="es-AR" altLang="es-AR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09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09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diagonales redondeadas 4">
            <a:extLst>
              <a:ext uri="{FF2B5EF4-FFF2-40B4-BE49-F238E27FC236}">
                <a16:creationId xmlns:a16="http://schemas.microsoft.com/office/drawing/2014/main" id="{3043B529-4E5A-F9E2-4CF7-DCC3A04A8BE6}"/>
              </a:ext>
            </a:extLst>
          </p:cNvPr>
          <p:cNvSpPr/>
          <p:nvPr/>
        </p:nvSpPr>
        <p:spPr>
          <a:xfrm>
            <a:off x="263525" y="260350"/>
            <a:ext cx="11664950" cy="1152525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BC9A471-7C3B-7773-58B4-FED44A6F587B}"/>
              </a:ext>
            </a:extLst>
          </p:cNvPr>
          <p:cNvSpPr txBox="1"/>
          <p:nvPr/>
        </p:nvSpPr>
        <p:spPr>
          <a:xfrm>
            <a:off x="407988" y="328613"/>
            <a:ext cx="8882062" cy="9239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5400" b="1" dirty="0" err="1">
                <a:solidFill>
                  <a:schemeClr val="accent4"/>
                </a:solidFill>
                <a:latin typeface="Agency FB" panose="020B0503020202020204" pitchFamily="34" charset="0"/>
              </a:rPr>
              <a:t>Arbol</a:t>
            </a:r>
            <a:r>
              <a:rPr lang="es-ES" sz="5400" b="1" dirty="0">
                <a:solidFill>
                  <a:schemeClr val="accent4"/>
                </a:solidFill>
                <a:latin typeface="Agency FB" panose="020B0503020202020204" pitchFamily="34" charset="0"/>
              </a:rPr>
              <a:t> Binario de Búsqueda- Creación</a:t>
            </a:r>
            <a:endParaRPr lang="es-AR" sz="5400" b="1" dirty="0">
              <a:solidFill>
                <a:schemeClr val="accent4"/>
              </a:solidFill>
              <a:latin typeface="Agency FB" panose="020B0503020202020204" pitchFamily="34" charset="0"/>
            </a:endParaRPr>
          </a:p>
        </p:txBody>
      </p:sp>
      <p:sp>
        <p:nvSpPr>
          <p:cNvPr id="2" name="Google Shape;208;p20">
            <a:extLst>
              <a:ext uri="{FF2B5EF4-FFF2-40B4-BE49-F238E27FC236}">
                <a16:creationId xmlns:a16="http://schemas.microsoft.com/office/drawing/2014/main" id="{DDC14DCB-EFB6-EAA5-2FBF-298920F03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1999" y="2570163"/>
            <a:ext cx="558800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90000"/>
              </a:lnSpc>
              <a:buClr>
                <a:srgbClr val="FF0066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 dirty="0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22</a:t>
            </a:r>
            <a:endParaRPr lang="es-AR" altLang="es-AR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Google Shape;209;p20">
            <a:extLst>
              <a:ext uri="{FF2B5EF4-FFF2-40B4-BE49-F238E27FC236}">
                <a16:creationId xmlns:a16="http://schemas.microsoft.com/office/drawing/2014/main" id="{A306F345-A03F-1638-0340-8D7B64DE31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605" y="2103239"/>
            <a:ext cx="4535779" cy="190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>
              <a:lnSpc>
                <a:spcPct val="90000"/>
              </a:lnSpc>
              <a:buClr>
                <a:srgbClr val="595959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19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Como el árbol NO es </a:t>
            </a:r>
            <a:r>
              <a:rPr lang="en-US" altLang="es-AR" sz="19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vacío</a:t>
            </a:r>
            <a:r>
              <a:rPr lang="en-US" altLang="es-AR" sz="19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, </a:t>
            </a:r>
            <a:r>
              <a:rPr lang="en-US" altLang="es-AR" sz="19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tengo</a:t>
            </a:r>
            <a:r>
              <a:rPr lang="en-US" altLang="es-AR" sz="19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19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que</a:t>
            </a:r>
            <a:r>
              <a:rPr lang="en-US" altLang="es-AR" sz="19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19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recorrer</a:t>
            </a:r>
            <a:r>
              <a:rPr lang="en-US" altLang="es-AR" sz="19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19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desde</a:t>
            </a:r>
            <a:r>
              <a:rPr lang="en-US" altLang="es-AR" sz="19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la </a:t>
            </a:r>
            <a:r>
              <a:rPr lang="en-US" altLang="es-AR" sz="19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raíz</a:t>
            </a:r>
            <a:r>
              <a:rPr lang="en-US" altLang="es-AR" sz="19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hasta el </a:t>
            </a:r>
            <a:r>
              <a:rPr lang="en-US" altLang="es-AR" sz="19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lugar</a:t>
            </a:r>
            <a:r>
              <a:rPr lang="en-US" altLang="es-AR" sz="19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19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correspondiente</a:t>
            </a:r>
            <a:r>
              <a:rPr lang="en-US" altLang="es-AR" sz="19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19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respetando</a:t>
            </a:r>
            <a:r>
              <a:rPr lang="en-US" altLang="es-AR" sz="19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el </a:t>
            </a:r>
            <a:r>
              <a:rPr lang="en-US" altLang="es-AR" sz="19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orden</a:t>
            </a:r>
            <a:r>
              <a:rPr lang="en-US" altLang="es-AR" sz="19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. </a:t>
            </a:r>
            <a:r>
              <a:rPr lang="en-US" altLang="es-AR" sz="19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Siempre</a:t>
            </a:r>
            <a:r>
              <a:rPr lang="en-US" altLang="es-AR" sz="19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se </a:t>
            </a:r>
            <a:r>
              <a:rPr lang="en-US" altLang="es-AR" sz="19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inserta</a:t>
            </a:r>
            <a:r>
              <a:rPr lang="en-US" altLang="es-AR" sz="19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19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en</a:t>
            </a:r>
            <a:r>
              <a:rPr lang="en-US" altLang="es-AR" sz="19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19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una</a:t>
            </a:r>
            <a:r>
              <a:rPr lang="en-US" altLang="es-AR" sz="19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hoja. </a:t>
            </a:r>
            <a:r>
              <a:rPr lang="en-US" altLang="es-AR" sz="19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Siempre</a:t>
            </a:r>
            <a:r>
              <a:rPr lang="en-US" altLang="es-AR" sz="19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19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debo</a:t>
            </a:r>
            <a:r>
              <a:rPr lang="en-US" altLang="es-AR" sz="19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19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generar</a:t>
            </a:r>
            <a:r>
              <a:rPr lang="en-US" altLang="es-AR" sz="19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un </a:t>
            </a:r>
            <a:r>
              <a:rPr lang="en-US" altLang="es-AR" sz="19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espacio</a:t>
            </a:r>
            <a:r>
              <a:rPr lang="en-US" altLang="es-AR" sz="19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para el nuevo </a:t>
            </a:r>
            <a:r>
              <a:rPr lang="en-US" altLang="es-AR" sz="19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dato</a:t>
            </a:r>
            <a:r>
              <a:rPr lang="en-US" altLang="es-AR" sz="19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.</a:t>
            </a:r>
            <a:endParaRPr lang="es-AR" altLang="es-AR" sz="19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43014" name="Google Shape;210;p20">
            <a:extLst>
              <a:ext uri="{FF2B5EF4-FFF2-40B4-BE49-F238E27FC236}">
                <a16:creationId xmlns:a16="http://schemas.microsoft.com/office/drawing/2014/main" id="{FB0E3248-E42E-C9A3-AB5F-244DC85EFE02}"/>
              </a:ext>
            </a:extLst>
          </p:cNvPr>
          <p:cNvGrpSpPr>
            <a:grpSpLocks/>
          </p:cNvGrpSpPr>
          <p:nvPr/>
        </p:nvGrpSpPr>
        <p:grpSpPr bwMode="auto">
          <a:xfrm>
            <a:off x="9542463" y="2008664"/>
            <a:ext cx="2010177" cy="1525111"/>
            <a:chOff x="9794875" y="2542064"/>
            <a:chExt cx="2010176" cy="1525111"/>
          </a:xfrm>
        </p:grpSpPr>
        <p:sp>
          <p:nvSpPr>
            <p:cNvPr id="43043" name="Google Shape;211;p20">
              <a:extLst>
                <a:ext uri="{FF2B5EF4-FFF2-40B4-BE49-F238E27FC236}">
                  <a16:creationId xmlns:a16="http://schemas.microsoft.com/office/drawing/2014/main" id="{4BC61385-D16A-95E1-909A-205DE063F75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1111314" y="2542064"/>
              <a:ext cx="693737" cy="590550"/>
            </a:xfrm>
            <a:prstGeom prst="rightArrow">
              <a:avLst>
                <a:gd name="adj1" fmla="val 12407"/>
                <a:gd name="adj2" fmla="val 50002"/>
              </a:avLst>
            </a:prstGeom>
            <a:solidFill>
              <a:schemeClr val="accent1"/>
            </a:solidFill>
            <a:ln w="12700">
              <a:solidFill>
                <a:srgbClr val="41719C"/>
              </a:solidFill>
              <a:miter lim="800000"/>
              <a:headEnd type="none" w="sm" len="sm"/>
              <a:tailEnd type="none" w="sm" len="sm"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Clr>
                  <a:srgbClr val="000000"/>
                </a:buClr>
                <a:buSzPts val="1800"/>
                <a:buFont typeface="Arial" panose="020B0604020202020204" pitchFamily="34" charset="0"/>
                <a:buNone/>
              </a:pPr>
              <a:endParaRPr lang="es-AR" altLang="es-AR" dirty="0">
                <a:solidFill>
                  <a:srgbClr val="000000"/>
                </a:solidFill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grpSp>
          <p:nvGrpSpPr>
            <p:cNvPr id="43044" name="Google Shape;212;p20">
              <a:extLst>
                <a:ext uri="{FF2B5EF4-FFF2-40B4-BE49-F238E27FC236}">
                  <a16:creationId xmlns:a16="http://schemas.microsoft.com/office/drawing/2014/main" id="{37C9A8D9-018B-506C-C207-63F04B7055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94875" y="2581275"/>
              <a:ext cx="1377950" cy="1485900"/>
              <a:chOff x="9789542" y="2581275"/>
              <a:chExt cx="1376933" cy="1485900"/>
            </a:xfrm>
          </p:grpSpPr>
          <p:sp>
            <p:nvSpPr>
              <p:cNvPr id="43045" name="Google Shape;213;p20">
                <a:extLst>
                  <a:ext uri="{FF2B5EF4-FFF2-40B4-BE49-F238E27FC236}">
                    <a16:creationId xmlns:a16="http://schemas.microsoft.com/office/drawing/2014/main" id="{3E1C5A33-EB2C-117F-B390-D760E95C26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17200" y="3475038"/>
                <a:ext cx="546100" cy="592137"/>
              </a:xfrm>
              <a:prstGeom prst="ellipse">
                <a:avLst/>
              </a:prstGeom>
              <a:noFill/>
              <a:ln w="57150">
                <a:solidFill>
                  <a:srgbClr val="2F5597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45700" rIns="91425" bIns="45700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buClr>
                    <a:srgbClr val="000000"/>
                  </a:buClr>
                  <a:buSzPts val="1800"/>
                  <a:buFont typeface="Arial" panose="020B0604020202020204" pitchFamily="34" charset="0"/>
                  <a:buNone/>
                </a:pPr>
                <a:endParaRPr lang="es-AR" altLang="es-AR">
                  <a:solidFill>
                    <a:srgbClr val="000000"/>
                  </a:solidFill>
                  <a:cs typeface="Tahoma" panose="020B0604030504040204" pitchFamily="34" charset="0"/>
                  <a:sym typeface="Tahoma" panose="020B0604030504040204" pitchFamily="34" charset="0"/>
                </a:endParaRPr>
              </a:p>
            </p:txBody>
          </p:sp>
          <p:sp>
            <p:nvSpPr>
              <p:cNvPr id="43046" name="Google Shape;214;p20">
                <a:extLst>
                  <a:ext uri="{FF2B5EF4-FFF2-40B4-BE49-F238E27FC236}">
                    <a16:creationId xmlns:a16="http://schemas.microsoft.com/office/drawing/2014/main" id="{76BA3A1C-AEF4-509A-A890-1434974C91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20375" y="3595688"/>
                <a:ext cx="546100" cy="4540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25" tIns="45700" rIns="91425" bIns="45700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lnSpc>
                    <a:spcPct val="90000"/>
                  </a:lnSpc>
                  <a:buClr>
                    <a:srgbClr val="595959"/>
                  </a:buClr>
                  <a:buSzPts val="2200"/>
                  <a:buFont typeface="Consolas" panose="020B0609020204030204" pitchFamily="49" charset="0"/>
                  <a:buNone/>
                </a:pPr>
                <a:r>
                  <a:rPr lang="en-US" altLang="es-AR" sz="2200" b="1">
                    <a:solidFill>
                      <a:srgbClr val="595959"/>
                    </a:solidFill>
                    <a:latin typeface="Consolas" panose="020B0609020204030204" pitchFamily="49" charset="0"/>
                    <a:ea typeface="Consolas" panose="020B0609020204030204" pitchFamily="49" charset="0"/>
                    <a:cs typeface="Consolas" panose="020B0609020204030204" pitchFamily="49" charset="0"/>
                    <a:sym typeface="Consolas" panose="020B0609020204030204" pitchFamily="49" charset="0"/>
                  </a:rPr>
                  <a:t>18</a:t>
                </a:r>
                <a:endParaRPr lang="es-AR" altLang="es-AR"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cxnSp>
            <p:nvCxnSpPr>
              <p:cNvPr id="43047" name="Google Shape;215;p20">
                <a:extLst>
                  <a:ext uri="{FF2B5EF4-FFF2-40B4-BE49-F238E27FC236}">
                    <a16:creationId xmlns:a16="http://schemas.microsoft.com/office/drawing/2014/main" id="{87E7C59C-E929-592D-72FC-72842ED8C00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394950" y="3103563"/>
                <a:ext cx="304800" cy="363537"/>
              </a:xfrm>
              <a:prstGeom prst="straightConnector1">
                <a:avLst/>
              </a:prstGeom>
              <a:noFill/>
              <a:ln w="57150">
                <a:solidFill>
                  <a:srgbClr val="2F5597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43048" name="Google Shape;216;p20">
                <a:extLst>
                  <a:ext uri="{FF2B5EF4-FFF2-40B4-BE49-F238E27FC236}">
                    <a16:creationId xmlns:a16="http://schemas.microsoft.com/office/drawing/2014/main" id="{428374D2-A264-E9F4-A12F-4C48E8F523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789542" y="2581275"/>
                <a:ext cx="1057846" cy="631825"/>
                <a:chOff x="9789542" y="2581275"/>
                <a:chExt cx="1057846" cy="631825"/>
              </a:xfrm>
            </p:grpSpPr>
            <p:sp>
              <p:nvSpPr>
                <p:cNvPr id="43049" name="Google Shape;217;p20">
                  <a:extLst>
                    <a:ext uri="{FF2B5EF4-FFF2-40B4-BE49-F238E27FC236}">
                      <a16:creationId xmlns:a16="http://schemas.microsoft.com/office/drawing/2014/main" id="{6473CEBE-EE72-C8B7-B7CE-BF717C7210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13925" y="2620963"/>
                  <a:ext cx="547688" cy="592137"/>
                </a:xfrm>
                <a:prstGeom prst="ellipse">
                  <a:avLst/>
                </a:prstGeom>
                <a:noFill/>
                <a:ln w="57150">
                  <a:solidFill>
                    <a:srgbClr val="2F5597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43050" name="Google Shape;218;p20">
                  <a:extLst>
                    <a:ext uri="{FF2B5EF4-FFF2-40B4-BE49-F238E27FC236}">
                      <a16:creationId xmlns:a16="http://schemas.microsoft.com/office/drawing/2014/main" id="{A6372055-C8DC-DA7C-0A03-6ED4A160F8B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789542" y="2741613"/>
                  <a:ext cx="626938" cy="4540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1425" tIns="45700" rIns="91425" bIns="45700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buClr>
                      <a:srgbClr val="595959"/>
                    </a:buClr>
                    <a:buSzPts val="2200"/>
                    <a:buFont typeface="Consolas" panose="020B0609020204030204" pitchFamily="49" charset="0"/>
                    <a:buNone/>
                  </a:pPr>
                  <a:r>
                    <a:rPr lang="en-US" altLang="es-AR" sz="2200" b="1">
                      <a:solidFill>
                        <a:srgbClr val="595959"/>
                      </a:solidFill>
                      <a:latin typeface="Consolas" panose="020B0609020204030204" pitchFamily="49" charset="0"/>
                      <a:ea typeface="Consolas" panose="020B0609020204030204" pitchFamily="49" charset="0"/>
                      <a:cs typeface="Consolas" panose="020B0609020204030204" pitchFamily="49" charset="0"/>
                      <a:sym typeface="Consolas" panose="020B0609020204030204" pitchFamily="49" charset="0"/>
                    </a:rPr>
                    <a:t>15</a:t>
                  </a:r>
                  <a:endParaRPr lang="es-AR" altLang="es-AR"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43051" name="Google Shape;219;p20">
                  <a:extLst>
                    <a:ext uri="{FF2B5EF4-FFF2-40B4-BE49-F238E27FC236}">
                      <a16:creationId xmlns:a16="http://schemas.microsoft.com/office/drawing/2014/main" id="{7B458025-E6C8-96F3-37D0-4D940792E7C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313988" y="2581275"/>
                  <a:ext cx="533400" cy="4540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1425" tIns="45700" rIns="91425" bIns="45700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buClr>
                      <a:srgbClr val="595959"/>
                    </a:buClr>
                    <a:buSzPts val="2200"/>
                    <a:buFont typeface="Consolas" panose="020B0609020204030204" pitchFamily="49" charset="0"/>
                    <a:buNone/>
                  </a:pPr>
                  <a:r>
                    <a:rPr lang="en-US" altLang="es-AR" sz="2200" b="1">
                      <a:solidFill>
                        <a:srgbClr val="595959"/>
                      </a:solidFill>
                      <a:latin typeface="Consolas" panose="020B0609020204030204" pitchFamily="49" charset="0"/>
                      <a:cs typeface="Arial" panose="020B0604020202020204" pitchFamily="34" charset="0"/>
                      <a:sym typeface="Consolas" panose="020B0609020204030204" pitchFamily="49" charset="0"/>
                    </a:rPr>
                    <a:t>a</a:t>
                  </a:r>
                  <a:endParaRPr lang="es-AR" altLang="es-AR"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</p:grpSp>
        </p:grpSp>
      </p:grpSp>
      <p:grpSp>
        <p:nvGrpSpPr>
          <p:cNvPr id="43015" name="Google Shape;220;p20">
            <a:extLst>
              <a:ext uri="{FF2B5EF4-FFF2-40B4-BE49-F238E27FC236}">
                <a16:creationId xmlns:a16="http://schemas.microsoft.com/office/drawing/2014/main" id="{A74D3A9B-E32B-A493-1B24-CBFAD6FA9FF0}"/>
              </a:ext>
            </a:extLst>
          </p:cNvPr>
          <p:cNvGrpSpPr>
            <a:grpSpLocks/>
          </p:cNvGrpSpPr>
          <p:nvPr/>
        </p:nvGrpSpPr>
        <p:grpSpPr bwMode="auto">
          <a:xfrm>
            <a:off x="10950575" y="3492500"/>
            <a:ext cx="792163" cy="1016000"/>
            <a:chOff x="11202988" y="4025900"/>
            <a:chExt cx="792162" cy="1016000"/>
          </a:xfrm>
        </p:grpSpPr>
        <p:cxnSp>
          <p:nvCxnSpPr>
            <p:cNvPr id="43039" name="Google Shape;221;p20">
              <a:extLst>
                <a:ext uri="{FF2B5EF4-FFF2-40B4-BE49-F238E27FC236}">
                  <a16:creationId xmlns:a16="http://schemas.microsoft.com/office/drawing/2014/main" id="{36BDF0E1-65D4-B8B1-7C9C-283F32A4595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202988" y="4025900"/>
              <a:ext cx="304800" cy="363538"/>
            </a:xfrm>
            <a:prstGeom prst="straightConnector1">
              <a:avLst/>
            </a:prstGeom>
            <a:noFill/>
            <a:ln w="57150">
              <a:solidFill>
                <a:srgbClr val="2F5597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43040" name="Google Shape;222;p20">
              <a:extLst>
                <a:ext uri="{FF2B5EF4-FFF2-40B4-BE49-F238E27FC236}">
                  <a16:creationId xmlns:a16="http://schemas.microsoft.com/office/drawing/2014/main" id="{E39D7647-FBAF-A0BE-079C-99181BDE86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428413" y="4464050"/>
              <a:ext cx="566737" cy="577850"/>
              <a:chOff x="11428413" y="4460488"/>
              <a:chExt cx="566737" cy="578237"/>
            </a:xfrm>
          </p:grpSpPr>
          <p:sp>
            <p:nvSpPr>
              <p:cNvPr id="43041" name="Google Shape;223;p20">
                <a:extLst>
                  <a:ext uri="{FF2B5EF4-FFF2-40B4-BE49-F238E27FC236}">
                    <a16:creationId xmlns:a16="http://schemas.microsoft.com/office/drawing/2014/main" id="{F2E0A913-9B7C-478A-0144-AAFDD5A30B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428413" y="4527096"/>
                <a:ext cx="546100" cy="4433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25" tIns="45700" rIns="91425" bIns="45700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lnSpc>
                    <a:spcPct val="90000"/>
                  </a:lnSpc>
                  <a:buClr>
                    <a:srgbClr val="595959"/>
                  </a:buClr>
                  <a:buSzPts val="2200"/>
                  <a:buFont typeface="Consolas" panose="020B0609020204030204" pitchFamily="49" charset="0"/>
                  <a:buNone/>
                </a:pPr>
                <a:r>
                  <a:rPr lang="en-US" altLang="es-AR" sz="2200" b="1">
                    <a:solidFill>
                      <a:srgbClr val="595959"/>
                    </a:solidFill>
                    <a:latin typeface="Consolas" panose="020B0609020204030204" pitchFamily="49" charset="0"/>
                    <a:ea typeface="Consolas" panose="020B0609020204030204" pitchFamily="49" charset="0"/>
                    <a:cs typeface="Consolas" panose="020B0609020204030204" pitchFamily="49" charset="0"/>
                    <a:sym typeface="Consolas" panose="020B0609020204030204" pitchFamily="49" charset="0"/>
                  </a:rPr>
                  <a:t>22</a:t>
                </a:r>
                <a:endParaRPr lang="es-AR" altLang="es-AR"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3042" name="Google Shape;224;p20">
                <a:extLst>
                  <a:ext uri="{FF2B5EF4-FFF2-40B4-BE49-F238E27FC236}">
                    <a16:creationId xmlns:a16="http://schemas.microsoft.com/office/drawing/2014/main" id="{CCBBE6B8-EC9E-B3F4-148B-BFDF189145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49050" y="4460488"/>
                <a:ext cx="546100" cy="578237"/>
              </a:xfrm>
              <a:prstGeom prst="ellipse">
                <a:avLst/>
              </a:prstGeom>
              <a:noFill/>
              <a:ln w="57150">
                <a:solidFill>
                  <a:srgbClr val="2F5597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45700" rIns="91425" bIns="45700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buClr>
                    <a:srgbClr val="000000"/>
                  </a:buClr>
                  <a:buSzPts val="1800"/>
                  <a:buFont typeface="Arial" panose="020B0604020202020204" pitchFamily="34" charset="0"/>
                  <a:buNone/>
                </a:pPr>
                <a:endParaRPr lang="es-AR" altLang="es-AR">
                  <a:solidFill>
                    <a:srgbClr val="000000"/>
                  </a:solidFill>
                  <a:cs typeface="Tahoma" panose="020B0604030504040204" pitchFamily="34" charset="0"/>
                  <a:sym typeface="Tahoma" panose="020B0604030504040204" pitchFamily="34" charset="0"/>
                </a:endParaRPr>
              </a:p>
            </p:txBody>
          </p:sp>
        </p:grpSp>
      </p:grpSp>
      <p:sp>
        <p:nvSpPr>
          <p:cNvPr id="40" name="Google Shape;225;p20">
            <a:extLst>
              <a:ext uri="{FF2B5EF4-FFF2-40B4-BE49-F238E27FC236}">
                <a16:creationId xmlns:a16="http://schemas.microsoft.com/office/drawing/2014/main" id="{CCE89019-3111-7425-587E-17672E754A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3488" y="4176397"/>
            <a:ext cx="558800" cy="5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90000"/>
              </a:lnSpc>
              <a:buClr>
                <a:srgbClr val="FF0066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 dirty="0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16</a:t>
            </a:r>
            <a:endParaRPr lang="es-AR" altLang="es-AR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1" name="Google Shape;226;p20">
            <a:extLst>
              <a:ext uri="{FF2B5EF4-FFF2-40B4-BE49-F238E27FC236}">
                <a16:creationId xmlns:a16="http://schemas.microsoft.com/office/drawing/2014/main" id="{89975B6D-7D5C-4474-0196-53A81CCEB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1666" y="4222751"/>
            <a:ext cx="4426702" cy="2484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>
              <a:lnSpc>
                <a:spcPct val="90000"/>
              </a:lnSpc>
              <a:buClr>
                <a:srgbClr val="595959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19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Como el árbol NO es </a:t>
            </a:r>
            <a:r>
              <a:rPr lang="en-US" altLang="es-AR" sz="19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vacío</a:t>
            </a:r>
            <a:r>
              <a:rPr lang="en-US" altLang="es-AR" sz="19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, </a:t>
            </a:r>
            <a:r>
              <a:rPr lang="en-US" altLang="es-AR" sz="19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tengo</a:t>
            </a:r>
            <a:r>
              <a:rPr lang="en-US" altLang="es-AR" sz="19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19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que</a:t>
            </a:r>
            <a:r>
              <a:rPr lang="en-US" altLang="es-AR" sz="19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19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recorrer</a:t>
            </a:r>
            <a:r>
              <a:rPr lang="en-US" altLang="es-AR" sz="19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19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desde</a:t>
            </a:r>
            <a:r>
              <a:rPr lang="en-US" altLang="es-AR" sz="19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la </a:t>
            </a:r>
            <a:r>
              <a:rPr lang="en-US" altLang="es-AR" sz="19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raíz</a:t>
            </a:r>
            <a:r>
              <a:rPr lang="en-US" altLang="es-AR" sz="19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hasta el </a:t>
            </a:r>
            <a:r>
              <a:rPr lang="en-US" altLang="es-AR" sz="19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lugar</a:t>
            </a:r>
            <a:r>
              <a:rPr lang="en-US" altLang="es-AR" sz="19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19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correspondiente</a:t>
            </a:r>
            <a:r>
              <a:rPr lang="en-US" altLang="es-AR" sz="19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19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respetando</a:t>
            </a:r>
            <a:r>
              <a:rPr lang="en-US" altLang="es-AR" sz="19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el </a:t>
            </a:r>
            <a:r>
              <a:rPr lang="en-US" altLang="es-AR" sz="19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orden</a:t>
            </a:r>
            <a:r>
              <a:rPr lang="en-US" altLang="es-AR" sz="19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. </a:t>
            </a:r>
            <a:r>
              <a:rPr lang="en-US" altLang="es-AR" sz="19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Siempre</a:t>
            </a:r>
            <a:r>
              <a:rPr lang="en-US" altLang="es-AR" sz="19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se </a:t>
            </a:r>
            <a:r>
              <a:rPr lang="en-US" altLang="es-AR" sz="19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inserta</a:t>
            </a:r>
            <a:r>
              <a:rPr lang="en-US" altLang="es-AR" sz="19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19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en</a:t>
            </a:r>
            <a:r>
              <a:rPr lang="en-US" altLang="es-AR" sz="19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19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una</a:t>
            </a:r>
            <a:r>
              <a:rPr lang="en-US" altLang="es-AR" sz="19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hoja. </a:t>
            </a:r>
            <a:r>
              <a:rPr lang="en-US" altLang="es-AR" sz="19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Siempre</a:t>
            </a:r>
            <a:r>
              <a:rPr lang="en-US" altLang="es-AR" sz="19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19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debo</a:t>
            </a:r>
            <a:r>
              <a:rPr lang="en-US" altLang="es-AR" sz="19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19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generar</a:t>
            </a:r>
            <a:r>
              <a:rPr lang="en-US" altLang="es-AR" sz="19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un </a:t>
            </a:r>
            <a:r>
              <a:rPr lang="en-US" altLang="es-AR" sz="19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espacio</a:t>
            </a:r>
            <a:r>
              <a:rPr lang="en-US" altLang="es-AR" sz="19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para el nuevo </a:t>
            </a:r>
            <a:r>
              <a:rPr lang="en-US" altLang="es-AR" sz="19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dato</a:t>
            </a:r>
            <a:r>
              <a:rPr lang="en-US" altLang="es-AR" sz="19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.</a:t>
            </a:r>
            <a:endParaRPr lang="es-AR" altLang="es-AR" sz="19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43018" name="Google Shape;227;p20">
            <a:extLst>
              <a:ext uri="{FF2B5EF4-FFF2-40B4-BE49-F238E27FC236}">
                <a16:creationId xmlns:a16="http://schemas.microsoft.com/office/drawing/2014/main" id="{EE9ABA27-8209-B1DF-A3B1-CCE3CB6324E4}"/>
              </a:ext>
            </a:extLst>
          </p:cNvPr>
          <p:cNvGrpSpPr>
            <a:grpSpLocks/>
          </p:cNvGrpSpPr>
          <p:nvPr/>
        </p:nvGrpSpPr>
        <p:grpSpPr bwMode="auto">
          <a:xfrm>
            <a:off x="9896546" y="4115753"/>
            <a:ext cx="2200275" cy="2457450"/>
            <a:chOff x="9767888" y="4156075"/>
            <a:chExt cx="2200275" cy="2457450"/>
          </a:xfrm>
        </p:grpSpPr>
        <p:sp>
          <p:nvSpPr>
            <p:cNvPr id="43025" name="Google Shape;228;p20">
              <a:extLst>
                <a:ext uri="{FF2B5EF4-FFF2-40B4-BE49-F238E27FC236}">
                  <a16:creationId xmlns:a16="http://schemas.microsoft.com/office/drawing/2014/main" id="{4832A2BC-5ADC-E752-6B1E-D51BB5DE220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1525140">
              <a:off x="10590060" y="4320110"/>
              <a:ext cx="693737" cy="590550"/>
            </a:xfrm>
            <a:prstGeom prst="rightArrow">
              <a:avLst>
                <a:gd name="adj1" fmla="val 12407"/>
                <a:gd name="adj2" fmla="val 50002"/>
              </a:avLst>
            </a:prstGeom>
            <a:solidFill>
              <a:schemeClr val="accent1"/>
            </a:solidFill>
            <a:ln w="12700">
              <a:solidFill>
                <a:srgbClr val="41719C"/>
              </a:solidFill>
              <a:miter lim="800000"/>
              <a:headEnd type="none" w="sm" len="sm"/>
              <a:tailEnd type="none" w="sm" len="sm"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Clr>
                  <a:srgbClr val="000000"/>
                </a:buClr>
                <a:buSzPts val="1800"/>
                <a:buFont typeface="Arial" panose="020B0604020202020204" pitchFamily="34" charset="0"/>
                <a:buNone/>
              </a:pPr>
              <a:endParaRPr lang="es-AR" altLang="es-AR">
                <a:solidFill>
                  <a:srgbClr val="000000"/>
                </a:solidFill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grpSp>
          <p:nvGrpSpPr>
            <p:cNvPr id="43026" name="Google Shape;229;p20">
              <a:extLst>
                <a:ext uri="{FF2B5EF4-FFF2-40B4-BE49-F238E27FC236}">
                  <a16:creationId xmlns:a16="http://schemas.microsoft.com/office/drawing/2014/main" id="{267DA4FA-67D1-FA1D-455B-8F195BFBAF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67888" y="4156075"/>
              <a:ext cx="2200275" cy="2457450"/>
              <a:chOff x="9767888" y="4156075"/>
              <a:chExt cx="2200275" cy="2457450"/>
            </a:xfrm>
          </p:grpSpPr>
          <p:grpSp>
            <p:nvGrpSpPr>
              <p:cNvPr id="43027" name="Google Shape;230;p20">
                <a:extLst>
                  <a:ext uri="{FF2B5EF4-FFF2-40B4-BE49-F238E27FC236}">
                    <a16:creationId xmlns:a16="http://schemas.microsoft.com/office/drawing/2014/main" id="{27799111-E2DD-B3EF-8EA5-3794F23683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767888" y="4156075"/>
                <a:ext cx="1377950" cy="1485900"/>
                <a:chOff x="9789542" y="2581275"/>
                <a:chExt cx="1376933" cy="1485900"/>
              </a:xfrm>
            </p:grpSpPr>
            <p:sp>
              <p:nvSpPr>
                <p:cNvPr id="43032" name="Google Shape;231;p20">
                  <a:extLst>
                    <a:ext uri="{FF2B5EF4-FFF2-40B4-BE49-F238E27FC236}">
                      <a16:creationId xmlns:a16="http://schemas.microsoft.com/office/drawing/2014/main" id="{1B341882-0404-035B-F1D6-6260525D6C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617200" y="3475038"/>
                  <a:ext cx="546100" cy="592137"/>
                </a:xfrm>
                <a:prstGeom prst="ellipse">
                  <a:avLst/>
                </a:prstGeom>
                <a:noFill/>
                <a:ln w="57150">
                  <a:solidFill>
                    <a:srgbClr val="2F5597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43033" name="Google Shape;232;p20">
                  <a:extLst>
                    <a:ext uri="{FF2B5EF4-FFF2-40B4-BE49-F238E27FC236}">
                      <a16:creationId xmlns:a16="http://schemas.microsoft.com/office/drawing/2014/main" id="{C4FB122E-C5B0-5AB8-A7C9-9BA3C0B2A3F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620375" y="3595688"/>
                  <a:ext cx="546100" cy="4540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1425" tIns="45700" rIns="91425" bIns="45700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buClr>
                      <a:srgbClr val="595959"/>
                    </a:buClr>
                    <a:buSzPts val="2200"/>
                    <a:buFont typeface="Consolas" panose="020B0609020204030204" pitchFamily="49" charset="0"/>
                    <a:buNone/>
                  </a:pPr>
                  <a:r>
                    <a:rPr lang="en-US" altLang="es-AR" sz="2200" b="1">
                      <a:solidFill>
                        <a:srgbClr val="595959"/>
                      </a:solidFill>
                      <a:latin typeface="Consolas" panose="020B0609020204030204" pitchFamily="49" charset="0"/>
                      <a:ea typeface="Consolas" panose="020B0609020204030204" pitchFamily="49" charset="0"/>
                      <a:cs typeface="Consolas" panose="020B0609020204030204" pitchFamily="49" charset="0"/>
                      <a:sym typeface="Consolas" panose="020B0609020204030204" pitchFamily="49" charset="0"/>
                    </a:rPr>
                    <a:t>18</a:t>
                  </a:r>
                  <a:endParaRPr lang="es-AR" altLang="es-AR"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cxnSp>
              <p:nvCxnSpPr>
                <p:cNvPr id="43034" name="Google Shape;233;p20">
                  <a:extLst>
                    <a:ext uri="{FF2B5EF4-FFF2-40B4-BE49-F238E27FC236}">
                      <a16:creationId xmlns:a16="http://schemas.microsoft.com/office/drawing/2014/main" id="{32E90BF0-4FFA-0D67-A491-89F6A89A412E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0394950" y="3103563"/>
                  <a:ext cx="304800" cy="363537"/>
                </a:xfrm>
                <a:prstGeom prst="straightConnector1">
                  <a:avLst/>
                </a:prstGeom>
                <a:noFill/>
                <a:ln w="57150">
                  <a:solidFill>
                    <a:srgbClr val="2F5597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grpSp>
              <p:nvGrpSpPr>
                <p:cNvPr id="43035" name="Google Shape;234;p20">
                  <a:extLst>
                    <a:ext uri="{FF2B5EF4-FFF2-40B4-BE49-F238E27FC236}">
                      <a16:creationId xmlns:a16="http://schemas.microsoft.com/office/drawing/2014/main" id="{4257C7B9-1DC5-4E63-26FD-1E3DBBBAAA6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789542" y="2581275"/>
                  <a:ext cx="1057846" cy="631825"/>
                  <a:chOff x="9789542" y="2581275"/>
                  <a:chExt cx="1057846" cy="631825"/>
                </a:xfrm>
              </p:grpSpPr>
              <p:sp>
                <p:nvSpPr>
                  <p:cNvPr id="43036" name="Google Shape;235;p20">
                    <a:extLst>
                      <a:ext uri="{FF2B5EF4-FFF2-40B4-BE49-F238E27FC236}">
                        <a16:creationId xmlns:a16="http://schemas.microsoft.com/office/drawing/2014/main" id="{B57A3220-5CDC-ED2C-A3F4-40F2F6A6649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813925" y="2620963"/>
                    <a:ext cx="547688" cy="592137"/>
                  </a:xfrm>
                  <a:prstGeom prst="ellipse">
                    <a:avLst/>
                  </a:prstGeom>
                  <a:noFill/>
                  <a:ln w="57150">
                    <a:solidFill>
                      <a:srgbClr val="2F5597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91425" tIns="45700" rIns="91425" bIns="4570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>
                      <a:buClr>
                        <a:srgbClr val="000000"/>
                      </a:buClr>
                      <a:buSzPts val="1800"/>
                      <a:buFont typeface="Arial" panose="020B0604020202020204" pitchFamily="34" charset="0"/>
                      <a:buNone/>
                    </a:pPr>
                    <a:endParaRPr lang="es-AR" altLang="es-AR">
                      <a:solidFill>
                        <a:srgbClr val="000000"/>
                      </a:solidFill>
                      <a:cs typeface="Tahoma" panose="020B0604030504040204" pitchFamily="34" charset="0"/>
                      <a:sym typeface="Tahoma" panose="020B0604030504040204" pitchFamily="34" charset="0"/>
                    </a:endParaRPr>
                  </a:p>
                </p:txBody>
              </p:sp>
              <p:sp>
                <p:nvSpPr>
                  <p:cNvPr id="43037" name="Google Shape;236;p20">
                    <a:extLst>
                      <a:ext uri="{FF2B5EF4-FFF2-40B4-BE49-F238E27FC236}">
                        <a16:creationId xmlns:a16="http://schemas.microsoft.com/office/drawing/2014/main" id="{E9CA5E73-1B25-392B-7B63-8824BC60E78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789542" y="2741613"/>
                    <a:ext cx="626938" cy="4540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1425" tIns="45700" rIns="91425" bIns="45700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buClr>
                        <a:srgbClr val="595959"/>
                      </a:buClr>
                      <a:buSzPts val="2200"/>
                      <a:buFont typeface="Consolas" panose="020B0609020204030204" pitchFamily="49" charset="0"/>
                      <a:buNone/>
                    </a:pPr>
                    <a:r>
                      <a:rPr lang="en-US" altLang="es-AR" sz="2200" b="1">
                        <a:solidFill>
                          <a:srgbClr val="595959"/>
                        </a:solidFill>
                        <a:latin typeface="Consolas" panose="020B0609020204030204" pitchFamily="49" charset="0"/>
                        <a:ea typeface="Consolas" panose="020B0609020204030204" pitchFamily="49" charset="0"/>
                        <a:cs typeface="Consolas" panose="020B0609020204030204" pitchFamily="49" charset="0"/>
                        <a:sym typeface="Consolas" panose="020B0609020204030204" pitchFamily="49" charset="0"/>
                      </a:rPr>
                      <a:t>15</a:t>
                    </a:r>
                    <a:endParaRPr lang="es-AR" altLang="es-AR" sz="1400"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43038" name="Google Shape;237;p20">
                    <a:extLst>
                      <a:ext uri="{FF2B5EF4-FFF2-40B4-BE49-F238E27FC236}">
                        <a16:creationId xmlns:a16="http://schemas.microsoft.com/office/drawing/2014/main" id="{BC612914-DDD4-09FC-4ADC-CC61428B13D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313988" y="2581275"/>
                    <a:ext cx="533400" cy="4540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1425" tIns="45700" rIns="91425" bIns="45700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buClr>
                        <a:srgbClr val="595959"/>
                      </a:buClr>
                      <a:buSzPts val="2200"/>
                      <a:buFont typeface="Consolas" panose="020B0609020204030204" pitchFamily="49" charset="0"/>
                      <a:buNone/>
                    </a:pPr>
                    <a:r>
                      <a:rPr lang="en-US" altLang="es-AR" sz="2200" b="1">
                        <a:solidFill>
                          <a:srgbClr val="595959"/>
                        </a:solidFill>
                        <a:latin typeface="Consolas" panose="020B0609020204030204" pitchFamily="49" charset="0"/>
                        <a:ea typeface="Consolas" panose="020B0609020204030204" pitchFamily="49" charset="0"/>
                        <a:cs typeface="Consolas" panose="020B0609020204030204" pitchFamily="49" charset="0"/>
                        <a:sym typeface="Consolas" panose="020B0609020204030204" pitchFamily="49" charset="0"/>
                      </a:rPr>
                      <a:t>a</a:t>
                    </a:r>
                    <a:endParaRPr lang="es-AR" altLang="es-AR" sz="1400"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endParaRPr>
                  </a:p>
                </p:txBody>
              </p:sp>
            </p:grpSp>
          </p:grpSp>
          <p:grpSp>
            <p:nvGrpSpPr>
              <p:cNvPr id="43028" name="Google Shape;238;p20">
                <a:extLst>
                  <a:ext uri="{FF2B5EF4-FFF2-40B4-BE49-F238E27FC236}">
                    <a16:creationId xmlns:a16="http://schemas.microsoft.com/office/drawing/2014/main" id="{B436288F-2CC1-3A18-DDA3-0794372CE6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176001" y="5597525"/>
                <a:ext cx="792162" cy="1016000"/>
                <a:chOff x="11202988" y="4022725"/>
                <a:chExt cx="792162" cy="1016000"/>
              </a:xfrm>
            </p:grpSpPr>
            <p:sp>
              <p:nvSpPr>
                <p:cNvPr id="43029" name="Google Shape;239;p20">
                  <a:extLst>
                    <a:ext uri="{FF2B5EF4-FFF2-40B4-BE49-F238E27FC236}">
                      <a16:creationId xmlns:a16="http://schemas.microsoft.com/office/drawing/2014/main" id="{BE3F3A8E-BA8A-E505-01B8-4FB09F9712E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428413" y="4516438"/>
                  <a:ext cx="546100" cy="4540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1425" tIns="45700" rIns="91425" bIns="45700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buClr>
                      <a:srgbClr val="595959"/>
                    </a:buClr>
                    <a:buSzPts val="2200"/>
                    <a:buFont typeface="Consolas" panose="020B0609020204030204" pitchFamily="49" charset="0"/>
                    <a:buNone/>
                  </a:pPr>
                  <a:r>
                    <a:rPr lang="en-US" altLang="es-AR" sz="2200" b="1">
                      <a:solidFill>
                        <a:srgbClr val="595959"/>
                      </a:solidFill>
                      <a:latin typeface="Consolas" panose="020B0609020204030204" pitchFamily="49" charset="0"/>
                      <a:ea typeface="Consolas" panose="020B0609020204030204" pitchFamily="49" charset="0"/>
                      <a:cs typeface="Consolas" panose="020B0609020204030204" pitchFamily="49" charset="0"/>
                      <a:sym typeface="Consolas" panose="020B0609020204030204" pitchFamily="49" charset="0"/>
                    </a:rPr>
                    <a:t>22</a:t>
                  </a:r>
                  <a:endParaRPr lang="es-AR" altLang="es-AR"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cxnSp>
              <p:nvCxnSpPr>
                <p:cNvPr id="43030" name="Google Shape;240;p20">
                  <a:extLst>
                    <a:ext uri="{FF2B5EF4-FFF2-40B4-BE49-F238E27FC236}">
                      <a16:creationId xmlns:a16="http://schemas.microsoft.com/office/drawing/2014/main" id="{7D11EDE5-7597-2D59-F0FB-C5973CBF9E20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202988" y="4022725"/>
                  <a:ext cx="304800" cy="363538"/>
                </a:xfrm>
                <a:prstGeom prst="straightConnector1">
                  <a:avLst/>
                </a:prstGeom>
                <a:noFill/>
                <a:ln w="57150">
                  <a:solidFill>
                    <a:srgbClr val="2F5597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43031" name="Google Shape;241;p20">
                  <a:extLst>
                    <a:ext uri="{FF2B5EF4-FFF2-40B4-BE49-F238E27FC236}">
                      <a16:creationId xmlns:a16="http://schemas.microsoft.com/office/drawing/2014/main" id="{A01FD19C-03BF-EA86-3915-A5CAC3A46F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49050" y="4446588"/>
                  <a:ext cx="546100" cy="592137"/>
                </a:xfrm>
                <a:prstGeom prst="ellipse">
                  <a:avLst/>
                </a:prstGeom>
                <a:noFill/>
                <a:ln w="57150">
                  <a:solidFill>
                    <a:srgbClr val="2F5597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</p:grpSp>
        </p:grpSp>
      </p:grpSp>
      <p:grpSp>
        <p:nvGrpSpPr>
          <p:cNvPr id="43019" name="Google Shape;242;p20">
            <a:extLst>
              <a:ext uri="{FF2B5EF4-FFF2-40B4-BE49-F238E27FC236}">
                <a16:creationId xmlns:a16="http://schemas.microsoft.com/office/drawing/2014/main" id="{78034C9B-7EF2-507B-0258-206895DE3FE9}"/>
              </a:ext>
            </a:extLst>
          </p:cNvPr>
          <p:cNvGrpSpPr>
            <a:grpSpLocks/>
          </p:cNvGrpSpPr>
          <p:nvPr/>
        </p:nvGrpSpPr>
        <p:grpSpPr bwMode="auto">
          <a:xfrm>
            <a:off x="10120882" y="5568950"/>
            <a:ext cx="655638" cy="1143000"/>
            <a:chOff x="9896068" y="5569609"/>
            <a:chExt cx="655637" cy="1143000"/>
          </a:xfrm>
        </p:grpSpPr>
        <p:grpSp>
          <p:nvGrpSpPr>
            <p:cNvPr id="43021" name="Google Shape;243;p20">
              <a:extLst>
                <a:ext uri="{FF2B5EF4-FFF2-40B4-BE49-F238E27FC236}">
                  <a16:creationId xmlns:a16="http://schemas.microsoft.com/office/drawing/2014/main" id="{219A8E92-3106-67F2-AAFB-DBEA673E4F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96068" y="6120472"/>
              <a:ext cx="566737" cy="592137"/>
              <a:chOff x="9898063" y="6119812"/>
              <a:chExt cx="566737" cy="592138"/>
            </a:xfrm>
          </p:grpSpPr>
          <p:sp>
            <p:nvSpPr>
              <p:cNvPr id="43023" name="Google Shape;244;p20">
                <a:extLst>
                  <a:ext uri="{FF2B5EF4-FFF2-40B4-BE49-F238E27FC236}">
                    <a16:creationId xmlns:a16="http://schemas.microsoft.com/office/drawing/2014/main" id="{B1B461CC-C21A-01AE-F439-E791C3C3A9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18701" y="6119812"/>
                <a:ext cx="546099" cy="592138"/>
              </a:xfrm>
              <a:prstGeom prst="ellipse">
                <a:avLst/>
              </a:prstGeom>
              <a:noFill/>
              <a:ln w="57150">
                <a:solidFill>
                  <a:srgbClr val="2F5597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45700" rIns="91425" bIns="45700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buClr>
                    <a:srgbClr val="000000"/>
                  </a:buClr>
                  <a:buSzPts val="1800"/>
                  <a:buFont typeface="Arial" panose="020B0604020202020204" pitchFamily="34" charset="0"/>
                  <a:buNone/>
                </a:pPr>
                <a:endParaRPr lang="es-AR" altLang="es-AR">
                  <a:solidFill>
                    <a:srgbClr val="000000"/>
                  </a:solidFill>
                  <a:cs typeface="Tahoma" panose="020B0604030504040204" pitchFamily="34" charset="0"/>
                  <a:sym typeface="Tahoma" panose="020B0604030504040204" pitchFamily="34" charset="0"/>
                </a:endParaRPr>
              </a:p>
            </p:txBody>
          </p:sp>
          <p:sp>
            <p:nvSpPr>
              <p:cNvPr id="43024" name="Google Shape;245;p20">
                <a:extLst>
                  <a:ext uri="{FF2B5EF4-FFF2-40B4-BE49-F238E27FC236}">
                    <a16:creationId xmlns:a16="http://schemas.microsoft.com/office/drawing/2014/main" id="{C89B2985-DD5D-1106-A4C1-0B76699951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898063" y="6253162"/>
                <a:ext cx="547687" cy="4540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25" tIns="45700" rIns="91425" bIns="45700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lnSpc>
                    <a:spcPct val="90000"/>
                  </a:lnSpc>
                  <a:buClr>
                    <a:srgbClr val="595959"/>
                  </a:buClr>
                  <a:buSzPts val="2200"/>
                  <a:buFont typeface="Consolas" panose="020B0609020204030204" pitchFamily="49" charset="0"/>
                  <a:buNone/>
                </a:pPr>
                <a:r>
                  <a:rPr lang="en-US" altLang="es-AR" sz="2200" b="1">
                    <a:solidFill>
                      <a:srgbClr val="595959"/>
                    </a:solidFill>
                    <a:latin typeface="Consolas" panose="020B0609020204030204" pitchFamily="49" charset="0"/>
                    <a:ea typeface="Consolas" panose="020B0609020204030204" pitchFamily="49" charset="0"/>
                    <a:cs typeface="Consolas" panose="020B0609020204030204" pitchFamily="49" charset="0"/>
                    <a:sym typeface="Consolas" panose="020B0609020204030204" pitchFamily="49" charset="0"/>
                  </a:rPr>
                  <a:t>16</a:t>
                </a:r>
                <a:endParaRPr lang="es-AR" altLang="es-AR"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cxnSp>
          <p:nvCxnSpPr>
            <p:cNvPr id="43022" name="Google Shape;246;p20">
              <a:extLst>
                <a:ext uri="{FF2B5EF4-FFF2-40B4-BE49-F238E27FC236}">
                  <a16:creationId xmlns:a16="http://schemas.microsoft.com/office/drawing/2014/main" id="{43A33FDF-85D8-7CFE-B822-2CF2621584A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0251668" y="5569609"/>
              <a:ext cx="300037" cy="476250"/>
            </a:xfrm>
            <a:prstGeom prst="straightConnector1">
              <a:avLst/>
            </a:prstGeom>
            <a:noFill/>
            <a:ln w="57150">
              <a:solidFill>
                <a:srgbClr val="2F5597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" name="6 CuadroTexto">
            <a:extLst>
              <a:ext uri="{FF2B5EF4-FFF2-40B4-BE49-F238E27FC236}">
                <a16:creationId xmlns:a16="http://schemas.microsoft.com/office/drawing/2014/main" id="{43EF2A01-C0D1-110E-24F7-196A74E58CE5}"/>
              </a:ext>
            </a:extLst>
          </p:cNvPr>
          <p:cNvSpPr txBox="1"/>
          <p:nvPr/>
        </p:nvSpPr>
        <p:spPr bwMode="auto">
          <a:xfrm>
            <a:off x="331946" y="1204913"/>
            <a:ext cx="11593513" cy="64770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buClr>
                <a:srgbClr val="FFCC66"/>
              </a:buClr>
              <a:defRPr/>
            </a:pPr>
            <a:r>
              <a:rPr lang="es-ES_tradnl" sz="3000" dirty="0">
                <a:latin typeface="Agency FB" panose="020B0503020202020204" pitchFamily="34" charset="0"/>
              </a:rPr>
              <a:t>Suponga que se leen los siguientes valores: (15, 18, 22, 16, 7), como quedaría formado el árbol?</a:t>
            </a:r>
          </a:p>
        </p:txBody>
      </p:sp>
      <p:sp>
        <p:nvSpPr>
          <p:cNvPr id="4" name="Google Shape;293;p22">
            <a:extLst>
              <a:ext uri="{FF2B5EF4-FFF2-40B4-BE49-F238E27FC236}">
                <a16:creationId xmlns:a16="http://schemas.microsoft.com/office/drawing/2014/main" id="{422EE25C-9D13-1047-0015-31CAE7397B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43" y="1916832"/>
            <a:ext cx="5290177" cy="4632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>
              <a:lnSpc>
                <a:spcPct val="90000"/>
              </a:lnSpc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Procedure </a:t>
            </a:r>
            <a:r>
              <a:rPr lang="en-US" altLang="es-AR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agregar</a:t>
            </a: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(var a:árbol; </a:t>
            </a:r>
            <a:r>
              <a:rPr lang="en-US" altLang="es-AR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num:integer</a:t>
            </a: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);</a:t>
            </a:r>
            <a:endParaRPr lang="es-AR" altLang="es-AR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Begin</a:t>
            </a:r>
            <a:endParaRPr lang="es-AR" altLang="es-AR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if (a = nil) then</a:t>
            </a:r>
            <a:endParaRPr lang="es-AR" altLang="es-AR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begin</a:t>
            </a:r>
            <a:endParaRPr lang="es-AR" altLang="es-AR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  new(a);    a^.</a:t>
            </a:r>
            <a:r>
              <a:rPr lang="en-US" altLang="es-AR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dato</a:t>
            </a: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:= num; </a:t>
            </a: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  </a:t>
            </a:r>
            <a:r>
              <a:rPr lang="en-US" altLang="es-AR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a^.HI</a:t>
            </a: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:= nil; </a:t>
            </a: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  </a:t>
            </a:r>
            <a:r>
              <a:rPr lang="en-US" altLang="es-AR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a^.HD</a:t>
            </a: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:= nil;</a:t>
            </a:r>
            <a:endParaRPr lang="es-AR" altLang="es-AR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end</a:t>
            </a:r>
            <a:endParaRPr lang="es-AR" altLang="es-AR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else</a:t>
            </a:r>
            <a:endParaRPr lang="es-AR" altLang="es-AR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if (num &lt; a^.</a:t>
            </a:r>
            <a:r>
              <a:rPr lang="en-US" altLang="es-AR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dato</a:t>
            </a: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) then </a:t>
            </a: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   </a:t>
            </a:r>
            <a:r>
              <a:rPr lang="en-US" altLang="es-AR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agregar</a:t>
            </a: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(a^.</a:t>
            </a:r>
            <a:r>
              <a:rPr lang="en-US" altLang="es-AR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HI,num</a:t>
            </a: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)</a:t>
            </a:r>
            <a:endParaRPr lang="es-AR" altLang="es-AR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else </a:t>
            </a: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   </a:t>
            </a:r>
            <a:r>
              <a:rPr lang="en-US" altLang="es-AR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agregar</a:t>
            </a: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(a^.</a:t>
            </a:r>
            <a:r>
              <a:rPr lang="en-US" altLang="es-AR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HD,num</a:t>
            </a: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)   </a:t>
            </a:r>
            <a:endParaRPr lang="es-AR" altLang="es-AR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End;</a:t>
            </a:r>
            <a:endParaRPr lang="es-AR" altLang="es-AR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30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30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30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4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30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3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3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diagonales redondeadas 4">
            <a:extLst>
              <a:ext uri="{FF2B5EF4-FFF2-40B4-BE49-F238E27FC236}">
                <a16:creationId xmlns:a16="http://schemas.microsoft.com/office/drawing/2014/main" id="{EEC3CA3D-4082-B24A-77E0-352966689AD7}"/>
              </a:ext>
            </a:extLst>
          </p:cNvPr>
          <p:cNvSpPr/>
          <p:nvPr/>
        </p:nvSpPr>
        <p:spPr>
          <a:xfrm>
            <a:off x="263525" y="260350"/>
            <a:ext cx="11664950" cy="1152525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D5AB374-A6FC-8E45-7D19-81E9FD6225C7}"/>
              </a:ext>
            </a:extLst>
          </p:cNvPr>
          <p:cNvSpPr txBox="1"/>
          <p:nvPr/>
        </p:nvSpPr>
        <p:spPr>
          <a:xfrm>
            <a:off x="407988" y="328613"/>
            <a:ext cx="8882062" cy="9239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5400" b="1" dirty="0" err="1">
                <a:solidFill>
                  <a:schemeClr val="accent4"/>
                </a:solidFill>
                <a:latin typeface="Agency FB" panose="020B0503020202020204" pitchFamily="34" charset="0"/>
              </a:rPr>
              <a:t>Arbol</a:t>
            </a:r>
            <a:r>
              <a:rPr lang="es-ES" sz="5400" b="1" dirty="0">
                <a:solidFill>
                  <a:schemeClr val="accent4"/>
                </a:solidFill>
                <a:latin typeface="Agency FB" panose="020B0503020202020204" pitchFamily="34" charset="0"/>
              </a:rPr>
              <a:t> Binario de Búsqueda- Creación</a:t>
            </a:r>
            <a:endParaRPr lang="es-AR" sz="5400" b="1" dirty="0">
              <a:solidFill>
                <a:schemeClr val="accent4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Google Shape;258;p21">
            <a:extLst>
              <a:ext uri="{FF2B5EF4-FFF2-40B4-BE49-F238E27FC236}">
                <a16:creationId xmlns:a16="http://schemas.microsoft.com/office/drawing/2014/main" id="{3373C358-76F3-8C78-38D2-EDED77BB2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7633" y="2895601"/>
            <a:ext cx="558800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90000"/>
              </a:lnSpc>
              <a:buClr>
                <a:srgbClr val="FF0066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 dirty="0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7</a:t>
            </a:r>
            <a:endParaRPr lang="es-AR" altLang="es-AR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Google Shape;259;p21">
            <a:extLst>
              <a:ext uri="{FF2B5EF4-FFF2-40B4-BE49-F238E27FC236}">
                <a16:creationId xmlns:a16="http://schemas.microsoft.com/office/drawing/2014/main" id="{79CF4FDD-8A66-8A80-6FC5-08B6B36F5A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4160" y="2213684"/>
            <a:ext cx="4326136" cy="3015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>
              <a:lnSpc>
                <a:spcPct val="90000"/>
              </a:lnSpc>
              <a:buClr>
                <a:srgbClr val="595959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Como el árbol NO es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vacío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,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tengo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que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recorrer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desde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la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raíz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hasta el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lugar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correspondiente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respetando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el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orden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.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Siempre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se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inserta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en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una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hoja.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Siempre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debo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generar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un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espacio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para el nuevo </a:t>
            </a:r>
            <a:r>
              <a:rPr lang="en-US" altLang="es-AR" sz="2200" b="1" dirty="0" err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dato</a:t>
            </a:r>
            <a:r>
              <a:rPr lang="en-US" altLang="es-AR" sz="2200" b="1" dirty="0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.</a:t>
            </a:r>
            <a:endParaRPr lang="es-AR" altLang="es-AR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45062" name="Google Shape;260;p21">
            <a:extLst>
              <a:ext uri="{FF2B5EF4-FFF2-40B4-BE49-F238E27FC236}">
                <a16:creationId xmlns:a16="http://schemas.microsoft.com/office/drawing/2014/main" id="{D62F6F70-5C00-8EA8-E96A-9B12E1D703FD}"/>
              </a:ext>
            </a:extLst>
          </p:cNvPr>
          <p:cNvGrpSpPr>
            <a:grpSpLocks/>
          </p:cNvGrpSpPr>
          <p:nvPr/>
        </p:nvGrpSpPr>
        <p:grpSpPr bwMode="auto">
          <a:xfrm>
            <a:off x="9526586" y="2311158"/>
            <a:ext cx="2168525" cy="2486267"/>
            <a:chOff x="9682956" y="2519159"/>
            <a:chExt cx="2168526" cy="2486267"/>
          </a:xfrm>
        </p:grpSpPr>
        <p:sp>
          <p:nvSpPr>
            <p:cNvPr id="45072" name="Google Shape;261;p21">
              <a:extLst>
                <a:ext uri="{FF2B5EF4-FFF2-40B4-BE49-F238E27FC236}">
                  <a16:creationId xmlns:a16="http://schemas.microsoft.com/office/drawing/2014/main" id="{50AD53AD-E042-4FA7-57EA-54C41F512F5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11073638" y="2519159"/>
              <a:ext cx="693737" cy="590550"/>
            </a:xfrm>
            <a:prstGeom prst="rightArrow">
              <a:avLst>
                <a:gd name="adj1" fmla="val 12407"/>
                <a:gd name="adj2" fmla="val 50002"/>
              </a:avLst>
            </a:prstGeom>
            <a:solidFill>
              <a:schemeClr val="accent1"/>
            </a:solidFill>
            <a:ln w="12700">
              <a:solidFill>
                <a:srgbClr val="41719C"/>
              </a:solidFill>
              <a:miter lim="800000"/>
              <a:headEnd type="none" w="sm" len="sm"/>
              <a:tailEnd type="none" w="sm" len="sm"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Clr>
                  <a:srgbClr val="000000"/>
                </a:buClr>
                <a:buSzPts val="1800"/>
                <a:buFont typeface="Arial" panose="020B0604020202020204" pitchFamily="34" charset="0"/>
                <a:buNone/>
              </a:pPr>
              <a:endParaRPr lang="es-AR" altLang="es-AR">
                <a:solidFill>
                  <a:srgbClr val="000000"/>
                </a:solidFill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grpSp>
          <p:nvGrpSpPr>
            <p:cNvPr id="45073" name="Google Shape;262;p21">
              <a:extLst>
                <a:ext uri="{FF2B5EF4-FFF2-40B4-BE49-F238E27FC236}">
                  <a16:creationId xmlns:a16="http://schemas.microsoft.com/office/drawing/2014/main" id="{EB1E7659-E3C0-AEC5-64BF-D9E07ED180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82956" y="2543214"/>
              <a:ext cx="1376362" cy="1485900"/>
              <a:chOff x="9789542" y="2581275"/>
              <a:chExt cx="1376933" cy="1485900"/>
            </a:xfrm>
          </p:grpSpPr>
          <p:sp>
            <p:nvSpPr>
              <p:cNvPr id="45082" name="Google Shape;263;p21">
                <a:extLst>
                  <a:ext uri="{FF2B5EF4-FFF2-40B4-BE49-F238E27FC236}">
                    <a16:creationId xmlns:a16="http://schemas.microsoft.com/office/drawing/2014/main" id="{95BE5D59-82D4-2A76-FEE1-47D7147A0B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17200" y="3475038"/>
                <a:ext cx="546100" cy="592137"/>
              </a:xfrm>
              <a:prstGeom prst="ellipse">
                <a:avLst/>
              </a:prstGeom>
              <a:noFill/>
              <a:ln w="57150">
                <a:solidFill>
                  <a:srgbClr val="2F5597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45700" rIns="91425" bIns="45700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buClr>
                    <a:srgbClr val="000000"/>
                  </a:buClr>
                  <a:buSzPts val="1800"/>
                  <a:buFont typeface="Arial" panose="020B0604020202020204" pitchFamily="34" charset="0"/>
                  <a:buNone/>
                </a:pPr>
                <a:endParaRPr lang="es-AR" altLang="es-AR">
                  <a:solidFill>
                    <a:srgbClr val="000000"/>
                  </a:solidFill>
                  <a:cs typeface="Tahoma" panose="020B0604030504040204" pitchFamily="34" charset="0"/>
                  <a:sym typeface="Tahoma" panose="020B0604030504040204" pitchFamily="34" charset="0"/>
                </a:endParaRPr>
              </a:p>
            </p:txBody>
          </p:sp>
          <p:sp>
            <p:nvSpPr>
              <p:cNvPr id="45083" name="Google Shape;264;p21">
                <a:extLst>
                  <a:ext uri="{FF2B5EF4-FFF2-40B4-BE49-F238E27FC236}">
                    <a16:creationId xmlns:a16="http://schemas.microsoft.com/office/drawing/2014/main" id="{B29CF3A1-6932-7827-B399-2819CF11D8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20375" y="3595688"/>
                <a:ext cx="546100" cy="4540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25" tIns="45700" rIns="91425" bIns="45700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lnSpc>
                    <a:spcPct val="90000"/>
                  </a:lnSpc>
                  <a:buClr>
                    <a:srgbClr val="595959"/>
                  </a:buClr>
                  <a:buSzPts val="2200"/>
                  <a:buFont typeface="Consolas" panose="020B0609020204030204" pitchFamily="49" charset="0"/>
                  <a:buNone/>
                </a:pPr>
                <a:r>
                  <a:rPr lang="en-US" altLang="es-AR" sz="2200" b="1">
                    <a:solidFill>
                      <a:srgbClr val="595959"/>
                    </a:solidFill>
                    <a:latin typeface="Consolas" panose="020B0609020204030204" pitchFamily="49" charset="0"/>
                    <a:ea typeface="Consolas" panose="020B0609020204030204" pitchFamily="49" charset="0"/>
                    <a:cs typeface="Consolas" panose="020B0609020204030204" pitchFamily="49" charset="0"/>
                    <a:sym typeface="Consolas" panose="020B0609020204030204" pitchFamily="49" charset="0"/>
                  </a:rPr>
                  <a:t>18</a:t>
                </a:r>
                <a:endParaRPr lang="es-AR" altLang="es-AR"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cxnSp>
            <p:nvCxnSpPr>
              <p:cNvPr id="45084" name="Google Shape;265;p21">
                <a:extLst>
                  <a:ext uri="{FF2B5EF4-FFF2-40B4-BE49-F238E27FC236}">
                    <a16:creationId xmlns:a16="http://schemas.microsoft.com/office/drawing/2014/main" id="{BDCB775C-BA64-95DA-8DAE-40BF8CA5005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394950" y="3103563"/>
                <a:ext cx="304800" cy="363537"/>
              </a:xfrm>
              <a:prstGeom prst="straightConnector1">
                <a:avLst/>
              </a:prstGeom>
              <a:noFill/>
              <a:ln w="57150">
                <a:solidFill>
                  <a:srgbClr val="2F5597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45085" name="Google Shape;266;p21">
                <a:extLst>
                  <a:ext uri="{FF2B5EF4-FFF2-40B4-BE49-F238E27FC236}">
                    <a16:creationId xmlns:a16="http://schemas.microsoft.com/office/drawing/2014/main" id="{D46F788C-EE24-89D4-BA31-40D07C16FD3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789542" y="2581275"/>
                <a:ext cx="1057846" cy="631825"/>
                <a:chOff x="9789542" y="2581275"/>
                <a:chExt cx="1057846" cy="631825"/>
              </a:xfrm>
            </p:grpSpPr>
            <p:sp>
              <p:nvSpPr>
                <p:cNvPr id="45086" name="Google Shape;267;p21">
                  <a:extLst>
                    <a:ext uri="{FF2B5EF4-FFF2-40B4-BE49-F238E27FC236}">
                      <a16:creationId xmlns:a16="http://schemas.microsoft.com/office/drawing/2014/main" id="{7F34A716-3C9A-BAD5-118A-D9736C489B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13925" y="2620963"/>
                  <a:ext cx="547688" cy="592137"/>
                </a:xfrm>
                <a:prstGeom prst="ellipse">
                  <a:avLst/>
                </a:prstGeom>
                <a:noFill/>
                <a:ln w="57150">
                  <a:solidFill>
                    <a:srgbClr val="2F5597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45087" name="Google Shape;268;p21">
                  <a:extLst>
                    <a:ext uri="{FF2B5EF4-FFF2-40B4-BE49-F238E27FC236}">
                      <a16:creationId xmlns:a16="http://schemas.microsoft.com/office/drawing/2014/main" id="{8E05A6C8-0E7D-FF27-2BEF-15197DDE0E9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789542" y="2741613"/>
                  <a:ext cx="626938" cy="4540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1425" tIns="45700" rIns="91425" bIns="45700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buClr>
                      <a:srgbClr val="595959"/>
                    </a:buClr>
                    <a:buSzPts val="2200"/>
                    <a:buFont typeface="Consolas" panose="020B0609020204030204" pitchFamily="49" charset="0"/>
                    <a:buNone/>
                  </a:pPr>
                  <a:r>
                    <a:rPr lang="en-US" altLang="es-AR" sz="2200" b="1">
                      <a:solidFill>
                        <a:srgbClr val="595959"/>
                      </a:solidFill>
                      <a:latin typeface="Consolas" panose="020B0609020204030204" pitchFamily="49" charset="0"/>
                      <a:ea typeface="Consolas" panose="020B0609020204030204" pitchFamily="49" charset="0"/>
                      <a:cs typeface="Consolas" panose="020B0609020204030204" pitchFamily="49" charset="0"/>
                      <a:sym typeface="Consolas" panose="020B0609020204030204" pitchFamily="49" charset="0"/>
                    </a:rPr>
                    <a:t>15</a:t>
                  </a:r>
                  <a:endParaRPr lang="es-AR" altLang="es-AR"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45088" name="Google Shape;269;p21">
                  <a:extLst>
                    <a:ext uri="{FF2B5EF4-FFF2-40B4-BE49-F238E27FC236}">
                      <a16:creationId xmlns:a16="http://schemas.microsoft.com/office/drawing/2014/main" id="{EC44C957-61DD-42A4-E658-78ABF28C69C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313988" y="2581275"/>
                  <a:ext cx="533400" cy="4540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1425" tIns="45700" rIns="91425" bIns="45700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buClr>
                      <a:srgbClr val="595959"/>
                    </a:buClr>
                    <a:buSzPts val="2200"/>
                    <a:buFont typeface="Consolas" panose="020B0609020204030204" pitchFamily="49" charset="0"/>
                    <a:buNone/>
                  </a:pPr>
                  <a:r>
                    <a:rPr lang="en-US" altLang="es-AR" sz="2200" b="1">
                      <a:solidFill>
                        <a:srgbClr val="595959"/>
                      </a:solidFill>
                      <a:latin typeface="Consolas" panose="020B0609020204030204" pitchFamily="49" charset="0"/>
                      <a:cs typeface="Arial" panose="020B0604020202020204" pitchFamily="34" charset="0"/>
                      <a:sym typeface="Consolas" panose="020B0609020204030204" pitchFamily="49" charset="0"/>
                    </a:rPr>
                    <a:t>a</a:t>
                  </a:r>
                  <a:endParaRPr lang="es-AR" altLang="es-AR"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45074" name="Google Shape;270;p21">
              <a:extLst>
                <a:ext uri="{FF2B5EF4-FFF2-40B4-BE49-F238E27FC236}">
                  <a16:creationId xmlns:a16="http://schemas.microsoft.com/office/drawing/2014/main" id="{79DA3367-C83D-9FA4-E4EF-F0216764AD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59319" y="3989426"/>
              <a:ext cx="792163" cy="1016000"/>
              <a:chOff x="11202988" y="4022725"/>
              <a:chExt cx="792162" cy="1016000"/>
            </a:xfrm>
          </p:grpSpPr>
          <p:sp>
            <p:nvSpPr>
              <p:cNvPr id="45079" name="Google Shape;271;p21">
                <a:extLst>
                  <a:ext uri="{FF2B5EF4-FFF2-40B4-BE49-F238E27FC236}">
                    <a16:creationId xmlns:a16="http://schemas.microsoft.com/office/drawing/2014/main" id="{E6D99C86-9BA7-67F1-27D8-38C01598CC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428413" y="4516438"/>
                <a:ext cx="546100" cy="4540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25" tIns="45700" rIns="91425" bIns="45700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lnSpc>
                    <a:spcPct val="90000"/>
                  </a:lnSpc>
                  <a:buClr>
                    <a:srgbClr val="595959"/>
                  </a:buClr>
                  <a:buSzPts val="2200"/>
                  <a:buFont typeface="Consolas" panose="020B0609020204030204" pitchFamily="49" charset="0"/>
                  <a:buNone/>
                </a:pPr>
                <a:r>
                  <a:rPr lang="en-US" altLang="es-AR" sz="2200" b="1">
                    <a:solidFill>
                      <a:srgbClr val="595959"/>
                    </a:solidFill>
                    <a:latin typeface="Consolas" panose="020B0609020204030204" pitchFamily="49" charset="0"/>
                    <a:ea typeface="Consolas" panose="020B0609020204030204" pitchFamily="49" charset="0"/>
                    <a:cs typeface="Consolas" panose="020B0609020204030204" pitchFamily="49" charset="0"/>
                    <a:sym typeface="Consolas" panose="020B0609020204030204" pitchFamily="49" charset="0"/>
                  </a:rPr>
                  <a:t>22</a:t>
                </a:r>
                <a:endParaRPr lang="es-AR" altLang="es-AR"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cxnSp>
            <p:nvCxnSpPr>
              <p:cNvPr id="45080" name="Google Shape;272;p21">
                <a:extLst>
                  <a:ext uri="{FF2B5EF4-FFF2-40B4-BE49-F238E27FC236}">
                    <a16:creationId xmlns:a16="http://schemas.microsoft.com/office/drawing/2014/main" id="{830C521D-9ED5-74B0-B56F-B3FC4B41963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1202988" y="4022725"/>
                <a:ext cx="304800" cy="363538"/>
              </a:xfrm>
              <a:prstGeom prst="straightConnector1">
                <a:avLst/>
              </a:prstGeom>
              <a:noFill/>
              <a:ln w="57150">
                <a:solidFill>
                  <a:srgbClr val="2F5597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5081" name="Google Shape;273;p21">
                <a:extLst>
                  <a:ext uri="{FF2B5EF4-FFF2-40B4-BE49-F238E27FC236}">
                    <a16:creationId xmlns:a16="http://schemas.microsoft.com/office/drawing/2014/main" id="{FA03B564-70C2-3940-0B8C-9212929243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49050" y="4446588"/>
                <a:ext cx="546100" cy="592137"/>
              </a:xfrm>
              <a:prstGeom prst="ellipse">
                <a:avLst/>
              </a:prstGeom>
              <a:noFill/>
              <a:ln w="57150">
                <a:solidFill>
                  <a:srgbClr val="2F5597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45700" rIns="91425" bIns="45700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buClr>
                    <a:srgbClr val="000000"/>
                  </a:buClr>
                  <a:buSzPts val="1800"/>
                  <a:buFont typeface="Arial" panose="020B0604020202020204" pitchFamily="34" charset="0"/>
                  <a:buNone/>
                </a:pPr>
                <a:endParaRPr lang="es-AR" altLang="es-AR">
                  <a:solidFill>
                    <a:srgbClr val="000000"/>
                  </a:solidFill>
                  <a:cs typeface="Tahoma" panose="020B0604030504040204" pitchFamily="34" charset="0"/>
                  <a:sym typeface="Tahoma" panose="020B0604030504040204" pitchFamily="34" charset="0"/>
                </a:endParaRPr>
              </a:p>
            </p:txBody>
          </p:sp>
        </p:grpSp>
        <p:grpSp>
          <p:nvGrpSpPr>
            <p:cNvPr id="45075" name="Google Shape;274;p21">
              <a:extLst>
                <a:ext uri="{FF2B5EF4-FFF2-40B4-BE49-F238E27FC236}">
                  <a16:creationId xmlns:a16="http://schemas.microsoft.com/office/drawing/2014/main" id="{62940257-34FE-F5DD-08C9-25BA66E3F3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82543" y="3986250"/>
              <a:ext cx="779063" cy="969964"/>
              <a:chOff x="4503300" y="5582105"/>
              <a:chExt cx="779063" cy="969964"/>
            </a:xfrm>
          </p:grpSpPr>
          <p:sp>
            <p:nvSpPr>
              <p:cNvPr id="45076" name="Google Shape;275;p21">
                <a:extLst>
                  <a:ext uri="{FF2B5EF4-FFF2-40B4-BE49-F238E27FC236}">
                    <a16:creationId xmlns:a16="http://schemas.microsoft.com/office/drawing/2014/main" id="{8DCA43DD-4DA5-B847-0857-D885F7C418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6800" y="6009144"/>
                <a:ext cx="546100" cy="542925"/>
              </a:xfrm>
              <a:prstGeom prst="ellipse">
                <a:avLst/>
              </a:prstGeom>
              <a:noFill/>
              <a:ln w="57150">
                <a:solidFill>
                  <a:srgbClr val="2F5597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45700" rIns="91425" bIns="45700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buClr>
                    <a:srgbClr val="000000"/>
                  </a:buClr>
                  <a:buSzPts val="1800"/>
                  <a:buFont typeface="Arial" panose="020B0604020202020204" pitchFamily="34" charset="0"/>
                  <a:buNone/>
                </a:pPr>
                <a:endParaRPr lang="es-AR" altLang="es-AR">
                  <a:solidFill>
                    <a:srgbClr val="000000"/>
                  </a:solidFill>
                  <a:cs typeface="Tahoma" panose="020B0604030504040204" pitchFamily="34" charset="0"/>
                  <a:sym typeface="Tahoma" panose="020B0604030504040204" pitchFamily="34" charset="0"/>
                </a:endParaRPr>
              </a:p>
            </p:txBody>
          </p:sp>
          <p:cxnSp>
            <p:nvCxnSpPr>
              <p:cNvPr id="45077" name="Google Shape;276;p21">
                <a:extLst>
                  <a:ext uri="{FF2B5EF4-FFF2-40B4-BE49-F238E27FC236}">
                    <a16:creationId xmlns:a16="http://schemas.microsoft.com/office/drawing/2014/main" id="{8D9FFC5B-F970-31FE-6AEF-575FAC9DDB5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4982325" y="5582105"/>
                <a:ext cx="300038" cy="476250"/>
              </a:xfrm>
              <a:prstGeom prst="straightConnector1">
                <a:avLst/>
              </a:prstGeom>
              <a:noFill/>
              <a:ln w="57150">
                <a:solidFill>
                  <a:srgbClr val="2F5597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5078" name="Google Shape;277;p21">
                <a:extLst>
                  <a:ext uri="{FF2B5EF4-FFF2-40B4-BE49-F238E27FC236}">
                    <a16:creationId xmlns:a16="http://schemas.microsoft.com/office/drawing/2014/main" id="{54B6DD0F-8B94-ADA0-55B4-3D06F68959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03300" y="6128891"/>
                <a:ext cx="673100" cy="4079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25" tIns="45700" rIns="91425" bIns="45700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lnSpc>
                    <a:spcPct val="90000"/>
                  </a:lnSpc>
                  <a:buClr>
                    <a:srgbClr val="595959"/>
                  </a:buClr>
                  <a:buSzPts val="2200"/>
                  <a:buFont typeface="Consolas" panose="020B0609020204030204" pitchFamily="49" charset="0"/>
                  <a:buNone/>
                </a:pPr>
                <a:r>
                  <a:rPr lang="en-US" altLang="es-AR" sz="2200" b="1">
                    <a:solidFill>
                      <a:srgbClr val="595959"/>
                    </a:solidFill>
                    <a:latin typeface="Consolas" panose="020B0609020204030204" pitchFamily="49" charset="0"/>
                    <a:ea typeface="Consolas" panose="020B0609020204030204" pitchFamily="49" charset="0"/>
                    <a:cs typeface="Consolas" panose="020B0609020204030204" pitchFamily="49" charset="0"/>
                    <a:sym typeface="Consolas" panose="020B0609020204030204" pitchFamily="49" charset="0"/>
                  </a:rPr>
                  <a:t>16</a:t>
                </a:r>
                <a:endParaRPr lang="es-AR" altLang="es-AR"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45063" name="Google Shape;280;p21">
            <a:extLst>
              <a:ext uri="{FF2B5EF4-FFF2-40B4-BE49-F238E27FC236}">
                <a16:creationId xmlns:a16="http://schemas.microsoft.com/office/drawing/2014/main" id="{75CD5F34-4104-4C4F-484B-EB9BD2E4580B}"/>
              </a:ext>
            </a:extLst>
          </p:cNvPr>
          <p:cNvGrpSpPr>
            <a:grpSpLocks/>
          </p:cNvGrpSpPr>
          <p:nvPr/>
        </p:nvGrpSpPr>
        <p:grpSpPr bwMode="auto">
          <a:xfrm>
            <a:off x="8890000" y="2919413"/>
            <a:ext cx="654050" cy="1143000"/>
            <a:chOff x="8317508" y="4116648"/>
            <a:chExt cx="654050" cy="1143000"/>
          </a:xfrm>
        </p:grpSpPr>
        <p:cxnSp>
          <p:nvCxnSpPr>
            <p:cNvPr id="45068" name="Google Shape;281;p21">
              <a:extLst>
                <a:ext uri="{FF2B5EF4-FFF2-40B4-BE49-F238E27FC236}">
                  <a16:creationId xmlns:a16="http://schemas.microsoft.com/office/drawing/2014/main" id="{495932AD-C930-D893-38CF-0462A01D21C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671520" y="4116648"/>
              <a:ext cx="300038" cy="476250"/>
            </a:xfrm>
            <a:prstGeom prst="straightConnector1">
              <a:avLst/>
            </a:prstGeom>
            <a:noFill/>
            <a:ln w="57150">
              <a:solidFill>
                <a:srgbClr val="2F5597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45069" name="Google Shape;282;p21">
              <a:extLst>
                <a:ext uri="{FF2B5EF4-FFF2-40B4-BE49-F238E27FC236}">
                  <a16:creationId xmlns:a16="http://schemas.microsoft.com/office/drawing/2014/main" id="{35379D69-CDE3-F240-E0D8-5A551802F9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17508" y="4716723"/>
              <a:ext cx="565150" cy="542925"/>
              <a:chOff x="8317508" y="4716723"/>
              <a:chExt cx="565150" cy="542925"/>
            </a:xfrm>
          </p:grpSpPr>
          <p:sp>
            <p:nvSpPr>
              <p:cNvPr id="45070" name="Google Shape;283;p21">
                <a:extLst>
                  <a:ext uri="{FF2B5EF4-FFF2-40B4-BE49-F238E27FC236}">
                    <a16:creationId xmlns:a16="http://schemas.microsoft.com/office/drawing/2014/main" id="{84538F94-7064-68B7-196C-0B08D4DFAB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36558" y="4716723"/>
                <a:ext cx="546100" cy="542925"/>
              </a:xfrm>
              <a:prstGeom prst="ellipse">
                <a:avLst/>
              </a:prstGeom>
              <a:noFill/>
              <a:ln w="57150">
                <a:solidFill>
                  <a:srgbClr val="2F5597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45700" rIns="91425" bIns="45700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buClr>
                    <a:srgbClr val="000000"/>
                  </a:buClr>
                  <a:buSzPts val="1800"/>
                  <a:buFont typeface="Arial" panose="020B0604020202020204" pitchFamily="34" charset="0"/>
                  <a:buNone/>
                </a:pPr>
                <a:endParaRPr lang="es-AR" altLang="es-AR">
                  <a:solidFill>
                    <a:srgbClr val="000000"/>
                  </a:solidFill>
                  <a:cs typeface="Tahoma" panose="020B0604030504040204" pitchFamily="34" charset="0"/>
                  <a:sym typeface="Tahoma" panose="020B0604030504040204" pitchFamily="34" charset="0"/>
                </a:endParaRPr>
              </a:p>
            </p:txBody>
          </p:sp>
          <p:sp>
            <p:nvSpPr>
              <p:cNvPr id="45071" name="Google Shape;284;p21">
                <a:extLst>
                  <a:ext uri="{FF2B5EF4-FFF2-40B4-BE49-F238E27FC236}">
                    <a16:creationId xmlns:a16="http://schemas.microsoft.com/office/drawing/2014/main" id="{FCA3FF76-E21F-D744-A14F-416EECC419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17508" y="4837373"/>
                <a:ext cx="546100" cy="4175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25" tIns="45700" rIns="91425" bIns="45700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lnSpc>
                    <a:spcPct val="90000"/>
                  </a:lnSpc>
                  <a:buClr>
                    <a:srgbClr val="595959"/>
                  </a:buClr>
                  <a:buSzPts val="2200"/>
                  <a:buFont typeface="Consolas" panose="020B0609020204030204" pitchFamily="49" charset="0"/>
                  <a:buNone/>
                </a:pPr>
                <a:r>
                  <a:rPr lang="en-US" altLang="es-AR" sz="2200" b="1">
                    <a:solidFill>
                      <a:srgbClr val="595959"/>
                    </a:solidFill>
                    <a:latin typeface="Consolas" panose="020B0609020204030204" pitchFamily="49" charset="0"/>
                    <a:ea typeface="Consolas" panose="020B0609020204030204" pitchFamily="49" charset="0"/>
                    <a:cs typeface="Consolas" panose="020B0609020204030204" pitchFamily="49" charset="0"/>
                    <a:sym typeface="Consolas" panose="020B0609020204030204" pitchFamily="49" charset="0"/>
                  </a:rPr>
                  <a:t>7</a:t>
                </a:r>
                <a:endParaRPr lang="es-AR" altLang="es-AR"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45064" name="Grupo 67">
            <a:extLst>
              <a:ext uri="{FF2B5EF4-FFF2-40B4-BE49-F238E27FC236}">
                <a16:creationId xmlns:a16="http://schemas.microsoft.com/office/drawing/2014/main" id="{BCD5BE26-7F87-5A64-536F-3875F0F0DC1F}"/>
              </a:ext>
            </a:extLst>
          </p:cNvPr>
          <p:cNvGrpSpPr>
            <a:grpSpLocks/>
          </p:cNvGrpSpPr>
          <p:nvPr/>
        </p:nvGrpSpPr>
        <p:grpSpPr bwMode="auto">
          <a:xfrm>
            <a:off x="5711823" y="5766509"/>
            <a:ext cx="5689600" cy="693738"/>
            <a:chOff x="5641406" y="2282575"/>
            <a:chExt cx="5688631" cy="1728192"/>
          </a:xfrm>
        </p:grpSpPr>
        <p:sp>
          <p:nvSpPr>
            <p:cNvPr id="69" name="Rectángulo 68">
              <a:extLst>
                <a:ext uri="{FF2B5EF4-FFF2-40B4-BE49-F238E27FC236}">
                  <a16:creationId xmlns:a16="http://schemas.microsoft.com/office/drawing/2014/main" id="{05F25008-BFB6-A90F-3137-FB5CF00F059E}"/>
                </a:ext>
              </a:extLst>
            </p:cNvPr>
            <p:cNvSpPr/>
            <p:nvPr/>
          </p:nvSpPr>
          <p:spPr bwMode="auto">
            <a:xfrm>
              <a:off x="5641406" y="2282575"/>
              <a:ext cx="5688631" cy="1728192"/>
            </a:xfrm>
            <a:prstGeom prst="rect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defRPr/>
              </a:pPr>
              <a:endParaRPr lang="es-AR">
                <a:ln w="571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a:endParaRPr>
            </a:p>
          </p:txBody>
        </p:sp>
        <p:sp>
          <p:nvSpPr>
            <p:cNvPr id="70" name="6 CuadroTexto">
              <a:extLst>
                <a:ext uri="{FF2B5EF4-FFF2-40B4-BE49-F238E27FC236}">
                  <a16:creationId xmlns:a16="http://schemas.microsoft.com/office/drawing/2014/main" id="{AFBCEAC0-00F9-9461-C24C-2850CADDEE94}"/>
                </a:ext>
              </a:extLst>
            </p:cNvPr>
            <p:cNvSpPr txBox="1"/>
            <p:nvPr/>
          </p:nvSpPr>
          <p:spPr bwMode="auto">
            <a:xfrm>
              <a:off x="5823937" y="2409124"/>
              <a:ext cx="5241032" cy="553654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eaLnBrk="1" hangingPunct="1">
                <a:buClr>
                  <a:srgbClr val="FFCC66"/>
                </a:buClr>
                <a:defRPr/>
              </a:pPr>
              <a:r>
                <a:rPr lang="es-ES_tradnl" sz="3000" dirty="0">
                  <a:latin typeface="Agency FB" panose="020B0503020202020204" pitchFamily="34" charset="0"/>
                </a:rPr>
                <a:t>Qué ocurre si llega otro valor igual a 18?</a:t>
              </a:r>
            </a:p>
          </p:txBody>
        </p:sp>
      </p:grpSp>
      <p:sp>
        <p:nvSpPr>
          <p:cNvPr id="7" name="6 CuadroTexto">
            <a:extLst>
              <a:ext uri="{FF2B5EF4-FFF2-40B4-BE49-F238E27FC236}">
                <a16:creationId xmlns:a16="http://schemas.microsoft.com/office/drawing/2014/main" id="{E6FB3B87-0072-EC69-D887-1ECF5A2AC062}"/>
              </a:ext>
            </a:extLst>
          </p:cNvPr>
          <p:cNvSpPr txBox="1"/>
          <p:nvPr/>
        </p:nvSpPr>
        <p:spPr bwMode="auto">
          <a:xfrm>
            <a:off x="185062" y="1210723"/>
            <a:ext cx="11593513" cy="64770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buClr>
                <a:srgbClr val="FFCC66"/>
              </a:buClr>
              <a:defRPr/>
            </a:pPr>
            <a:r>
              <a:rPr lang="es-ES_tradnl" sz="3000" dirty="0">
                <a:latin typeface="Agency FB" panose="020B0503020202020204" pitchFamily="34" charset="0"/>
              </a:rPr>
              <a:t>Suponga que se leen los siguientes valores: (15, 18, 22, 16, 7), como quedaría formado el árbol?</a:t>
            </a:r>
          </a:p>
        </p:txBody>
      </p:sp>
      <p:sp>
        <p:nvSpPr>
          <p:cNvPr id="8" name="Google Shape;293;p22">
            <a:extLst>
              <a:ext uri="{FF2B5EF4-FFF2-40B4-BE49-F238E27FC236}">
                <a16:creationId xmlns:a16="http://schemas.microsoft.com/office/drawing/2014/main" id="{BE80C67A-91DC-C457-7E98-AE2FEDE686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90" y="1888895"/>
            <a:ext cx="5290177" cy="4632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>
              <a:lnSpc>
                <a:spcPct val="90000"/>
              </a:lnSpc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Procedure </a:t>
            </a:r>
            <a:r>
              <a:rPr lang="en-US" altLang="es-AR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agregar</a:t>
            </a: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(var a:árbol; </a:t>
            </a:r>
            <a:r>
              <a:rPr lang="en-US" altLang="es-AR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num:integer</a:t>
            </a: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);</a:t>
            </a:r>
            <a:endParaRPr lang="es-AR" altLang="es-AR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Begin</a:t>
            </a:r>
            <a:endParaRPr lang="es-AR" altLang="es-AR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if (a = nil) then</a:t>
            </a:r>
            <a:endParaRPr lang="es-AR" altLang="es-AR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begin</a:t>
            </a:r>
            <a:endParaRPr lang="es-AR" altLang="es-AR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  new(a);    a^.</a:t>
            </a:r>
            <a:r>
              <a:rPr lang="en-US" altLang="es-AR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dato</a:t>
            </a: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:= num; </a:t>
            </a: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  </a:t>
            </a:r>
            <a:r>
              <a:rPr lang="en-US" altLang="es-AR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a^.HI</a:t>
            </a: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:= nil; </a:t>
            </a: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  </a:t>
            </a:r>
            <a:r>
              <a:rPr lang="en-US" altLang="es-AR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a^.HD</a:t>
            </a: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:= nil;</a:t>
            </a:r>
            <a:endParaRPr lang="es-AR" altLang="es-AR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end</a:t>
            </a:r>
            <a:endParaRPr lang="es-AR" altLang="es-AR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else</a:t>
            </a:r>
            <a:endParaRPr lang="es-AR" altLang="es-AR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if (num &lt; a^.</a:t>
            </a:r>
            <a:r>
              <a:rPr lang="en-US" altLang="es-AR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dato</a:t>
            </a: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) then </a:t>
            </a: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   </a:t>
            </a:r>
            <a:r>
              <a:rPr lang="en-US" altLang="es-AR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agregar</a:t>
            </a: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(a^.</a:t>
            </a:r>
            <a:r>
              <a:rPr lang="en-US" altLang="es-AR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HI,num</a:t>
            </a: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)</a:t>
            </a:r>
            <a:endParaRPr lang="es-AR" altLang="es-AR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else </a:t>
            </a: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   </a:t>
            </a:r>
            <a:r>
              <a:rPr lang="en-US" altLang="es-AR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agregar</a:t>
            </a: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(a^.</a:t>
            </a:r>
            <a:r>
              <a:rPr lang="en-US" altLang="es-AR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HD,num</a:t>
            </a: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)   </a:t>
            </a:r>
            <a:endParaRPr lang="es-AR" altLang="es-AR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ts val="700"/>
              </a:spcBef>
              <a:buClr>
                <a:srgbClr val="595959"/>
              </a:buClr>
              <a:buSzPts val="2000"/>
              <a:buFont typeface="Consolas" panose="020B0609020204030204" pitchFamily="49" charset="0"/>
              <a:buNone/>
            </a:pPr>
            <a:r>
              <a:rPr lang="en-US" altLang="es-AR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End;</a:t>
            </a:r>
            <a:endParaRPr lang="es-AR" altLang="es-AR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5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5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1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: esquinas diagonales redondeadas 5">
            <a:extLst>
              <a:ext uri="{FF2B5EF4-FFF2-40B4-BE49-F238E27FC236}">
                <a16:creationId xmlns:a16="http://schemas.microsoft.com/office/drawing/2014/main" id="{D378C169-E0B5-BEE3-6ED1-D2B2A488BCDE}"/>
              </a:ext>
            </a:extLst>
          </p:cNvPr>
          <p:cNvSpPr/>
          <p:nvPr/>
        </p:nvSpPr>
        <p:spPr>
          <a:xfrm>
            <a:off x="263525" y="260350"/>
            <a:ext cx="11664950" cy="985838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86E853F-F6F7-045D-0BAE-370293938CA7}"/>
              </a:ext>
            </a:extLst>
          </p:cNvPr>
          <p:cNvSpPr txBox="1"/>
          <p:nvPr/>
        </p:nvSpPr>
        <p:spPr>
          <a:xfrm>
            <a:off x="407988" y="328613"/>
            <a:ext cx="9471025" cy="9239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5400" b="1" dirty="0" err="1">
                <a:solidFill>
                  <a:schemeClr val="accent4"/>
                </a:solidFill>
                <a:latin typeface="Agency FB" panose="020B0503020202020204" pitchFamily="34" charset="0"/>
              </a:rPr>
              <a:t>Arbol</a:t>
            </a:r>
            <a:r>
              <a:rPr lang="es-ES" sz="5400" b="1" dirty="0">
                <a:solidFill>
                  <a:schemeClr val="accent4"/>
                </a:solidFill>
                <a:latin typeface="Agency FB" panose="020B0503020202020204" pitchFamily="34" charset="0"/>
              </a:rPr>
              <a:t> Binario de Búsqueda - IMPRESION</a:t>
            </a:r>
            <a:endParaRPr lang="es-AR" sz="5400" b="1" dirty="0">
              <a:solidFill>
                <a:schemeClr val="accent4"/>
              </a:solidFill>
              <a:latin typeface="Agency FB" panose="020B0503020202020204" pitchFamily="34" charset="0"/>
            </a:endParaRPr>
          </a:p>
        </p:txBody>
      </p:sp>
      <p:grpSp>
        <p:nvGrpSpPr>
          <p:cNvPr id="47108" name="Google Shape;124;p18">
            <a:extLst>
              <a:ext uri="{FF2B5EF4-FFF2-40B4-BE49-F238E27FC236}">
                <a16:creationId xmlns:a16="http://schemas.microsoft.com/office/drawing/2014/main" id="{AF0B68BB-2ADE-2812-5503-8F4CF0E7F53A}"/>
              </a:ext>
            </a:extLst>
          </p:cNvPr>
          <p:cNvGrpSpPr>
            <a:grpSpLocks/>
          </p:cNvGrpSpPr>
          <p:nvPr/>
        </p:nvGrpSpPr>
        <p:grpSpPr bwMode="auto">
          <a:xfrm>
            <a:off x="3766344" y="1916832"/>
            <a:ext cx="4659312" cy="2820987"/>
            <a:chOff x="497555" y="1412776"/>
            <a:chExt cx="4680520" cy="3024336"/>
          </a:xfrm>
        </p:grpSpPr>
        <p:grpSp>
          <p:nvGrpSpPr>
            <p:cNvPr id="47112" name="Google Shape;125;p18">
              <a:extLst>
                <a:ext uri="{FF2B5EF4-FFF2-40B4-BE49-F238E27FC236}">
                  <a16:creationId xmlns:a16="http://schemas.microsoft.com/office/drawing/2014/main" id="{48667DFA-1DBF-7152-0A29-14B4E890A0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7555" y="1412776"/>
              <a:ext cx="4680520" cy="3024336"/>
              <a:chOff x="839416" y="1700808"/>
              <a:chExt cx="3568700" cy="2423575"/>
            </a:xfrm>
          </p:grpSpPr>
          <p:grpSp>
            <p:nvGrpSpPr>
              <p:cNvPr id="47120" name="Google Shape;126;p18">
                <a:extLst>
                  <a:ext uri="{FF2B5EF4-FFF2-40B4-BE49-F238E27FC236}">
                    <a16:creationId xmlns:a16="http://schemas.microsoft.com/office/drawing/2014/main" id="{C9EB76ED-44EF-8EB6-1384-0BD1288311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9416" y="1700808"/>
                <a:ext cx="3568700" cy="2360838"/>
                <a:chOff x="147639" y="1252014"/>
                <a:chExt cx="3567232" cy="2361884"/>
              </a:xfrm>
            </p:grpSpPr>
            <p:sp>
              <p:nvSpPr>
                <p:cNvPr id="47123" name="Google Shape;127;p18">
                  <a:extLst>
                    <a:ext uri="{FF2B5EF4-FFF2-40B4-BE49-F238E27FC236}">
                      <a16:creationId xmlns:a16="http://schemas.microsoft.com/office/drawing/2014/main" id="{539BFB15-AAA8-C740-84E9-500A9E372C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77842" y="1252014"/>
                  <a:ext cx="545720" cy="590812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47124" name="Google Shape;128;p18">
                  <a:extLst>
                    <a:ext uri="{FF2B5EF4-FFF2-40B4-BE49-F238E27FC236}">
                      <a16:creationId xmlns:a16="http://schemas.microsoft.com/office/drawing/2014/main" id="{59B567F9-0E51-A179-501E-67D0B16FFA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5839" y="2153923"/>
                  <a:ext cx="548150" cy="590813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47125" name="Google Shape;129;p18">
                  <a:extLst>
                    <a:ext uri="{FF2B5EF4-FFF2-40B4-BE49-F238E27FC236}">
                      <a16:creationId xmlns:a16="http://schemas.microsoft.com/office/drawing/2014/main" id="{3810C7A4-2C17-BF96-D6D3-E6B0541527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38896" y="2108896"/>
                  <a:ext cx="545719" cy="589448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47126" name="Google Shape;130;p18">
                  <a:extLst>
                    <a:ext uri="{FF2B5EF4-FFF2-40B4-BE49-F238E27FC236}">
                      <a16:creationId xmlns:a16="http://schemas.microsoft.com/office/drawing/2014/main" id="{C2AD3998-14D5-463D-3682-23B762B73F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639" y="3001255"/>
                  <a:ext cx="545719" cy="592177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47127" name="Google Shape;131;p18">
                  <a:extLst>
                    <a:ext uri="{FF2B5EF4-FFF2-40B4-BE49-F238E27FC236}">
                      <a16:creationId xmlns:a16="http://schemas.microsoft.com/office/drawing/2014/main" id="{30E31163-5286-210B-BFDB-1A6D2C04BB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7250" y="3008077"/>
                  <a:ext cx="545720" cy="590813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47128" name="Google Shape;132;p18">
                  <a:extLst>
                    <a:ext uri="{FF2B5EF4-FFF2-40B4-BE49-F238E27FC236}">
                      <a16:creationId xmlns:a16="http://schemas.microsoft.com/office/drawing/2014/main" id="{C681B88E-19F9-61BC-9962-5CE60FC4F1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9152" y="3023086"/>
                  <a:ext cx="545719" cy="590812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cxnSp>
              <p:nvCxnSpPr>
                <p:cNvPr id="47129" name="Google Shape;133;p18">
                  <a:extLst>
                    <a:ext uri="{FF2B5EF4-FFF2-40B4-BE49-F238E27FC236}">
                      <a16:creationId xmlns:a16="http://schemas.microsoft.com/office/drawing/2014/main" id="{21BEB3CD-4C8D-5566-DE90-60CC0F28BB03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1293772" y="1756865"/>
                  <a:ext cx="465503" cy="483020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47130" name="Google Shape;134;p18">
                  <a:extLst>
                    <a:ext uri="{FF2B5EF4-FFF2-40B4-BE49-F238E27FC236}">
                      <a16:creationId xmlns:a16="http://schemas.microsoft.com/office/drawing/2014/main" id="{F33E98E1-9570-AB5E-C898-3E14AF03913D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2223562" y="1717295"/>
                  <a:ext cx="595552" cy="477562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47131" name="Google Shape;135;p18">
                  <a:extLst>
                    <a:ext uri="{FF2B5EF4-FFF2-40B4-BE49-F238E27FC236}">
                      <a16:creationId xmlns:a16="http://schemas.microsoft.com/office/drawing/2014/main" id="{EF511397-C49E-6EE0-0A2B-53BE11F2D3CF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614357" y="2660139"/>
                  <a:ext cx="358546" cy="427076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47132" name="Google Shape;136;p18">
                  <a:extLst>
                    <a:ext uri="{FF2B5EF4-FFF2-40B4-BE49-F238E27FC236}">
                      <a16:creationId xmlns:a16="http://schemas.microsoft.com/office/drawing/2014/main" id="{9529FF23-4048-31D4-4D5A-2F90E4F6C620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315649" y="2645130"/>
                  <a:ext cx="303853" cy="362947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47133" name="Google Shape;137;p18">
                  <a:extLst>
                    <a:ext uri="{FF2B5EF4-FFF2-40B4-BE49-F238E27FC236}">
                      <a16:creationId xmlns:a16="http://schemas.microsoft.com/office/drawing/2014/main" id="{4C99223F-B651-3676-64D9-E70F0C5C4277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3017225" y="2702437"/>
                  <a:ext cx="305069" cy="361583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47121" name="Google Shape;138;p18">
                <a:extLst>
                  <a:ext uri="{FF2B5EF4-FFF2-40B4-BE49-F238E27FC236}">
                    <a16:creationId xmlns:a16="http://schemas.microsoft.com/office/drawing/2014/main" id="{1DBBEF79-7961-DD3A-C5D3-CDA63BBCD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9738" y="3533833"/>
                <a:ext cx="547160" cy="590550"/>
              </a:xfrm>
              <a:prstGeom prst="ellipse">
                <a:avLst/>
              </a:prstGeom>
              <a:noFill/>
              <a:ln w="57150">
                <a:solidFill>
                  <a:srgbClr val="3B3838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45700" rIns="91425" bIns="45700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buClr>
                    <a:srgbClr val="000000"/>
                  </a:buClr>
                  <a:buSzPts val="1800"/>
                  <a:buFont typeface="Arial" panose="020B0604020202020204" pitchFamily="34" charset="0"/>
                  <a:buNone/>
                </a:pPr>
                <a:endParaRPr lang="es-AR" altLang="es-AR">
                  <a:solidFill>
                    <a:srgbClr val="000000"/>
                  </a:solidFill>
                  <a:cs typeface="Tahoma" panose="020B0604030504040204" pitchFamily="34" charset="0"/>
                  <a:sym typeface="Tahoma" panose="020B0604030504040204" pitchFamily="34" charset="0"/>
                </a:endParaRPr>
              </a:p>
            </p:txBody>
          </p:sp>
          <p:cxnSp>
            <p:nvCxnSpPr>
              <p:cNvPr id="47122" name="Google Shape;139;p18">
                <a:extLst>
                  <a:ext uri="{FF2B5EF4-FFF2-40B4-BE49-F238E27FC236}">
                    <a16:creationId xmlns:a16="http://schemas.microsoft.com/office/drawing/2014/main" id="{9796B3BE-2F4B-6040-3638-28E8E0697DF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257864" y="3192869"/>
                <a:ext cx="357478" cy="426887"/>
              </a:xfrm>
              <a:prstGeom prst="straightConnector1">
                <a:avLst/>
              </a:prstGeom>
              <a:noFill/>
              <a:ln w="57150">
                <a:solidFill>
                  <a:srgbClr val="3B3838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47113" name="Google Shape;140;p18">
              <a:extLst>
                <a:ext uri="{FF2B5EF4-FFF2-40B4-BE49-F238E27FC236}">
                  <a16:creationId xmlns:a16="http://schemas.microsoft.com/office/drawing/2014/main" id="{9D6F87C0-CBF6-F7C2-F7A0-15F58CEC7B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0849" y="1531588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15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7114" name="Google Shape;141;p18">
              <a:extLst>
                <a:ext uri="{FF2B5EF4-FFF2-40B4-BE49-F238E27FC236}">
                  <a16:creationId xmlns:a16="http://schemas.microsoft.com/office/drawing/2014/main" id="{B29DB161-E63B-717B-24D3-876E5EAA22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9641" y="2588463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24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7115" name="Google Shape;142;p18">
              <a:extLst>
                <a:ext uri="{FF2B5EF4-FFF2-40B4-BE49-F238E27FC236}">
                  <a16:creationId xmlns:a16="http://schemas.microsoft.com/office/drawing/2014/main" id="{14DCF68C-AC04-1A76-6E67-C6623ECA35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4750" y="3807150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16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7116" name="Google Shape;143;p18">
              <a:extLst>
                <a:ext uri="{FF2B5EF4-FFF2-40B4-BE49-F238E27FC236}">
                  <a16:creationId xmlns:a16="http://schemas.microsoft.com/office/drawing/2014/main" id="{C04157DC-47D5-EF3F-B491-61499E6E34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3580" y="3785014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30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7117" name="Google Shape;144;p18">
              <a:extLst>
                <a:ext uri="{FF2B5EF4-FFF2-40B4-BE49-F238E27FC236}">
                  <a16:creationId xmlns:a16="http://schemas.microsoft.com/office/drawing/2014/main" id="{E2D25365-8FDE-0BB9-EF05-1FD98E22C0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5401" y="2662748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8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7118" name="Google Shape;145;p18">
              <a:extLst>
                <a:ext uri="{FF2B5EF4-FFF2-40B4-BE49-F238E27FC236}">
                  <a16:creationId xmlns:a16="http://schemas.microsoft.com/office/drawing/2014/main" id="{C5FCC74C-E1D6-12A8-8C0F-D26CD75BFF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3841" y="3732688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12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7119" name="Google Shape;146;p18">
              <a:extLst>
                <a:ext uri="{FF2B5EF4-FFF2-40B4-BE49-F238E27FC236}">
                  <a16:creationId xmlns:a16="http://schemas.microsoft.com/office/drawing/2014/main" id="{C519F5FF-9908-10B3-8A4F-8FC5382676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305" y="3727872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7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33" name="Rectángulo 32">
            <a:extLst>
              <a:ext uri="{FF2B5EF4-FFF2-40B4-BE49-F238E27FC236}">
                <a16:creationId xmlns:a16="http://schemas.microsoft.com/office/drawing/2014/main" id="{B3A8061D-DD2C-640B-CD9D-7C6928033A10}"/>
              </a:ext>
            </a:extLst>
          </p:cNvPr>
          <p:cNvSpPr/>
          <p:nvPr/>
        </p:nvSpPr>
        <p:spPr>
          <a:xfrm>
            <a:off x="4415631" y="5272807"/>
            <a:ext cx="3382963" cy="863600"/>
          </a:xfrm>
          <a:prstGeom prst="rect">
            <a:avLst/>
          </a:prstGeom>
          <a:noFill/>
          <a:ln w="571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 dirty="0"/>
          </a:p>
        </p:txBody>
      </p:sp>
      <p:sp>
        <p:nvSpPr>
          <p:cNvPr id="47110" name="CuadroTexto 33">
            <a:extLst>
              <a:ext uri="{FF2B5EF4-FFF2-40B4-BE49-F238E27FC236}">
                <a16:creationId xmlns:a16="http://schemas.microsoft.com/office/drawing/2014/main" id="{083E6CC7-4C75-029E-6100-5CDB4A1FE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6944" y="5333132"/>
            <a:ext cx="27590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s-ES" altLang="es-AR" sz="3600">
                <a:latin typeface="Agency FB" panose="020B0503020202020204" pitchFamily="34" charset="0"/>
              </a:rPr>
              <a:t>Cómo lo recorro?</a:t>
            </a:r>
            <a:endParaRPr lang="es-AR" altLang="es-AR" sz="3600">
              <a:latin typeface="Agency FB" panose="020B0503020202020204" pitchFamily="34" charset="0"/>
            </a:endParaRPr>
          </a:p>
        </p:txBody>
      </p:sp>
    </p:spTree>
  </p:cSld>
  <p:clrMapOvr>
    <a:masterClrMapping/>
  </p:clrMapOvr>
  <p:transition spd="slow"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diagonales redondeadas 4">
            <a:extLst>
              <a:ext uri="{FF2B5EF4-FFF2-40B4-BE49-F238E27FC236}">
                <a16:creationId xmlns:a16="http://schemas.microsoft.com/office/drawing/2014/main" id="{CBD4E6E8-BA9D-8850-4355-53D33CAEC155}"/>
              </a:ext>
            </a:extLst>
          </p:cNvPr>
          <p:cNvSpPr/>
          <p:nvPr/>
        </p:nvSpPr>
        <p:spPr>
          <a:xfrm>
            <a:off x="263525" y="115888"/>
            <a:ext cx="11664950" cy="1152525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F26CC94-EC9A-2422-59B7-E82B96374F36}"/>
              </a:ext>
            </a:extLst>
          </p:cNvPr>
          <p:cNvSpPr txBox="1"/>
          <p:nvPr/>
        </p:nvSpPr>
        <p:spPr>
          <a:xfrm>
            <a:off x="263525" y="184150"/>
            <a:ext cx="6954148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6000" b="1" dirty="0">
                <a:solidFill>
                  <a:schemeClr val="accent4"/>
                </a:solidFill>
                <a:latin typeface="Agency FB" panose="020B0503020202020204" pitchFamily="34" charset="0"/>
              </a:rPr>
              <a:t>ARBOLES- CONCLUSIONES</a:t>
            </a:r>
            <a:endParaRPr lang="es-AR" sz="6000" b="1" dirty="0">
              <a:solidFill>
                <a:schemeClr val="accent4"/>
              </a:solidFill>
              <a:latin typeface="Agency FB" panose="020B0503020202020204" pitchFamily="34" charset="0"/>
            </a:endParaRPr>
          </a:p>
        </p:txBody>
      </p:sp>
      <p:sp>
        <p:nvSpPr>
          <p:cNvPr id="11" name="6 CuadroTexto">
            <a:extLst>
              <a:ext uri="{FF2B5EF4-FFF2-40B4-BE49-F238E27FC236}">
                <a16:creationId xmlns:a16="http://schemas.microsoft.com/office/drawing/2014/main" id="{89C7B875-DC40-0BBA-70F9-0E355AC049F2}"/>
              </a:ext>
            </a:extLst>
          </p:cNvPr>
          <p:cNvSpPr txBox="1"/>
          <p:nvPr/>
        </p:nvSpPr>
        <p:spPr bwMode="auto">
          <a:xfrm>
            <a:off x="1270000" y="1268413"/>
            <a:ext cx="10612438" cy="554037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buClr>
                <a:srgbClr val="FFCC66"/>
              </a:buClr>
              <a:defRPr/>
            </a:pPr>
            <a:r>
              <a:rPr lang="es-ES" sz="3000" dirty="0">
                <a:latin typeface="Agency FB" panose="020B0503020202020204" pitchFamily="34" charset="0"/>
              </a:rPr>
              <a:t>Los arboles binarios de búsqueda ABB deben ser creados respetando un orden.</a:t>
            </a:r>
            <a:endParaRPr lang="es-ES_tradnl" sz="3000" dirty="0">
              <a:latin typeface="Agency FB" panose="020B0503020202020204" pitchFamily="34" charset="0"/>
            </a:endParaRPr>
          </a:p>
        </p:txBody>
      </p:sp>
      <p:sp>
        <p:nvSpPr>
          <p:cNvPr id="15" name="6 CuadroTexto">
            <a:extLst>
              <a:ext uri="{FF2B5EF4-FFF2-40B4-BE49-F238E27FC236}">
                <a16:creationId xmlns:a16="http://schemas.microsoft.com/office/drawing/2014/main" id="{A30D5D0E-A456-C6F4-9236-67F96DF675F1}"/>
              </a:ext>
            </a:extLst>
          </p:cNvPr>
          <p:cNvSpPr txBox="1"/>
          <p:nvPr/>
        </p:nvSpPr>
        <p:spPr bwMode="auto">
          <a:xfrm>
            <a:off x="1252538" y="2133600"/>
            <a:ext cx="10629900" cy="286226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buClr>
                <a:srgbClr val="FFCC66"/>
              </a:buClr>
              <a:defRPr/>
            </a:pPr>
            <a:r>
              <a:rPr lang="es-ES" sz="3000" dirty="0">
                <a:latin typeface="Agency FB" panose="020B0503020202020204" pitchFamily="34" charset="0"/>
              </a:rPr>
              <a:t>Las soluciones a problemas que los involucran son recursivas. </a:t>
            </a:r>
          </a:p>
          <a:p>
            <a:pPr algn="just" eaLnBrk="1" hangingPunct="1">
              <a:buClr>
                <a:srgbClr val="FFCC66"/>
              </a:buClr>
              <a:defRPr/>
            </a:pPr>
            <a:endParaRPr lang="es-ES" sz="3000" dirty="0">
              <a:latin typeface="Agency FB" panose="020B0503020202020204" pitchFamily="34" charset="0"/>
            </a:endParaRPr>
          </a:p>
          <a:p>
            <a:pPr algn="just" eaLnBrk="1" hangingPunct="1">
              <a:buClr>
                <a:srgbClr val="FFCC66"/>
              </a:buClr>
              <a:defRPr/>
            </a:pPr>
            <a:r>
              <a:rPr lang="es-ES" sz="3000" dirty="0">
                <a:latin typeface="Agency FB" panose="020B0503020202020204" pitchFamily="34" charset="0"/>
              </a:rPr>
              <a:t>Las soluciones a problemas que los involucran ocupan mas memoria en su ejecución.</a:t>
            </a:r>
          </a:p>
          <a:p>
            <a:pPr algn="just" eaLnBrk="1" hangingPunct="1">
              <a:buClr>
                <a:srgbClr val="FFCC66"/>
              </a:buClr>
              <a:defRPr/>
            </a:pPr>
            <a:endParaRPr lang="es-ES" sz="3000" dirty="0">
              <a:latin typeface="Agency FB" panose="020B0503020202020204" pitchFamily="34" charset="0"/>
            </a:endParaRPr>
          </a:p>
          <a:p>
            <a:pPr algn="just" eaLnBrk="1" hangingPunct="1">
              <a:buClr>
                <a:srgbClr val="FFCC66"/>
              </a:buClr>
              <a:defRPr/>
            </a:pPr>
            <a:r>
              <a:rPr lang="es-ES" sz="3000" dirty="0">
                <a:latin typeface="Agency FB" panose="020B0503020202020204" pitchFamily="34" charset="0"/>
              </a:rPr>
              <a:t>La comparación que se hace cuando creamos el árbol (en el caso a= </a:t>
            </a:r>
            <a:r>
              <a:rPr lang="es-ES" sz="3000" dirty="0" err="1">
                <a:latin typeface="Agency FB" panose="020B0503020202020204" pitchFamily="34" charset="0"/>
              </a:rPr>
              <a:t>nil</a:t>
            </a:r>
            <a:r>
              <a:rPr lang="es-ES" sz="3000" dirty="0">
                <a:latin typeface="Agency FB" panose="020B0503020202020204" pitchFamily="34" charset="0"/>
              </a:rPr>
              <a:t>) determina de que lado del árbol quedarán los elementos repetidos.</a:t>
            </a:r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76E7E88A-A086-5649-1FF6-93B203E205B2}"/>
              </a:ext>
            </a:extLst>
          </p:cNvPr>
          <p:cNvSpPr/>
          <p:nvPr/>
        </p:nvSpPr>
        <p:spPr bwMode="auto">
          <a:xfrm>
            <a:off x="479425" y="1354138"/>
            <a:ext cx="503238" cy="576262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C089F23B-A2DD-E3F2-B4CE-054241267BEF}"/>
              </a:ext>
            </a:extLst>
          </p:cNvPr>
          <p:cNvGrpSpPr>
            <a:grpSpLocks/>
          </p:cNvGrpSpPr>
          <p:nvPr/>
        </p:nvGrpSpPr>
        <p:grpSpPr bwMode="auto">
          <a:xfrm>
            <a:off x="479425" y="5603875"/>
            <a:ext cx="3311525" cy="727075"/>
            <a:chOff x="290512" y="1484784"/>
            <a:chExt cx="4869384" cy="852487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73801508-825A-1F6D-847A-A52285C6F96B}"/>
                </a:ext>
              </a:extLst>
            </p:cNvPr>
            <p:cNvSpPr/>
            <p:nvPr/>
          </p:nvSpPr>
          <p:spPr bwMode="auto">
            <a:xfrm>
              <a:off x="290512" y="1484784"/>
              <a:ext cx="4869384" cy="852487"/>
            </a:xfrm>
            <a:prstGeom prst="rect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s-AR">
                <a:ln w="571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a:endParaRPr>
            </a:p>
          </p:txBody>
        </p:sp>
        <p:sp>
          <p:nvSpPr>
            <p:cNvPr id="4" name="6 CuadroTexto">
              <a:extLst>
                <a:ext uri="{FF2B5EF4-FFF2-40B4-BE49-F238E27FC236}">
                  <a16:creationId xmlns:a16="http://schemas.microsoft.com/office/drawing/2014/main" id="{9452FBC4-08A6-BC59-595C-CBF18DAF58DB}"/>
                </a:ext>
              </a:extLst>
            </p:cNvPr>
            <p:cNvSpPr txBox="1"/>
            <p:nvPr/>
          </p:nvSpPr>
          <p:spPr bwMode="auto">
            <a:xfrm>
              <a:off x="607979" y="1546208"/>
              <a:ext cx="4176093" cy="675661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 eaLnBrk="1" hangingPunct="1">
                <a:buClr>
                  <a:srgbClr val="FFCC66"/>
                </a:buClr>
                <a:defRPr/>
              </a:pPr>
              <a:r>
                <a:rPr lang="es-ES_tradnl" sz="4000" dirty="0">
                  <a:latin typeface="Agency FB" panose="020B0503020202020204" pitchFamily="34" charset="0"/>
                </a:rPr>
                <a:t>Formulario</a:t>
              </a: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85185E-6 L -0.00287 0.1481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3" y="74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0.14722 L -0.00287 0.28171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3" y="67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0.27107 L 0.00299 0.4791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" y="10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8" grpId="2" animBg="1"/>
    </p:bldLst>
  </p:timing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TM02900688[[fn=Faceta]]</Template>
  <TotalTime>5388</TotalTime>
  <Words>1464</Words>
  <Application>Microsoft Office PowerPoint</Application>
  <PresentationFormat>Panorámica</PresentationFormat>
  <Paragraphs>316</Paragraphs>
  <Slides>18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7" baseType="lpstr">
      <vt:lpstr>Tahoma</vt:lpstr>
      <vt:lpstr>Arial</vt:lpstr>
      <vt:lpstr>Calibri Light</vt:lpstr>
      <vt:lpstr>Calibri</vt:lpstr>
      <vt:lpstr>Wingdings 2</vt:lpstr>
      <vt:lpstr>Times New Roman</vt:lpstr>
      <vt:lpstr>Agency FB</vt:lpstr>
      <vt:lpstr>Consolas</vt:lpstr>
      <vt:lpstr>HDOfficeLightV0</vt:lpstr>
      <vt:lpstr>TALLER DE  PROGRAMACION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LIDI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Teoría 1</dc:title>
  <dc:creator>Cecilia Verónica Sanz</dc:creator>
  <cp:lastModifiedBy>laurydg75@gmail.com</cp:lastModifiedBy>
  <cp:revision>530</cp:revision>
  <dcterms:created xsi:type="dcterms:W3CDTF">2004-03-08T16:29:06Z</dcterms:created>
  <dcterms:modified xsi:type="dcterms:W3CDTF">2026-08-17T21:51:26Z</dcterms:modified>
</cp:coreProperties>
</file>