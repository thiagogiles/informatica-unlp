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03" r:id="rId1"/>
  </p:sldMasterIdLst>
  <p:notesMasterIdLst>
    <p:notesMasterId r:id="rId11"/>
  </p:notesMasterIdLst>
  <p:handoutMasterIdLst>
    <p:handoutMasterId r:id="rId12"/>
  </p:handoutMasterIdLst>
  <p:sldIdLst>
    <p:sldId id="463" r:id="rId2"/>
    <p:sldId id="730" r:id="rId3"/>
    <p:sldId id="256" r:id="rId4"/>
    <p:sldId id="777" r:id="rId5"/>
    <p:sldId id="778" r:id="rId6"/>
    <p:sldId id="779" r:id="rId7"/>
    <p:sldId id="788" r:id="rId8"/>
    <p:sldId id="789" r:id="rId9"/>
    <p:sldId id="762" r:id="rId10"/>
  </p:sldIdLst>
  <p:sldSz cx="12192000" cy="6858000"/>
  <p:notesSz cx="6794500" cy="9925050"/>
  <p:defaultTextStyle>
    <a:defPPr>
      <a:defRPr lang="es-ES_trad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00"/>
    <a:srgbClr val="FF33CC"/>
    <a:srgbClr val="CC3399"/>
    <a:srgbClr val="D60093"/>
    <a:srgbClr val="FF66CC"/>
    <a:srgbClr val="66CCFF"/>
    <a:srgbClr val="E5E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37" autoAdjust="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notesViewPr>
    <p:cSldViewPr>
      <p:cViewPr>
        <p:scale>
          <a:sx n="66" d="100"/>
          <a:sy n="66" d="100"/>
        </p:scale>
        <p:origin x="-3264" y="-72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A0B347C-FC37-E8D2-5159-9BC12E237D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9A52B0B-1AE1-555E-7EB0-19CA210A63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65C91871-37E8-D3C8-29B8-1443033B426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8BCDE373-F60F-5251-05DA-E1C93DDFDE1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84F97ED-DB8D-4E30-8367-3C31CC99292D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FF34F16E-CB5F-C61C-211D-98B1593FC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C8578566-E4FC-0C88-48EA-81DDFAF5120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95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38EE354A-9F5B-C3B5-B062-D89CC614A0AA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73025" y="762000"/>
            <a:ext cx="663575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034530E4-ED44-C74E-60EF-9DCC25D62D6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131078" name="Rectangle 6">
            <a:extLst>
              <a:ext uri="{FF2B5EF4-FFF2-40B4-BE49-F238E27FC236}">
                <a16:creationId xmlns:a16="http://schemas.microsoft.com/office/drawing/2014/main" id="{35DB98C0-9D97-665E-7F72-9497428A5E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31079" name="Rectangle 7">
            <a:extLst>
              <a:ext uri="{FF2B5EF4-FFF2-40B4-BE49-F238E27FC236}">
                <a16:creationId xmlns:a16="http://schemas.microsoft.com/office/drawing/2014/main" id="{B4B9F168-7FFB-678C-ADD4-D5846FC6A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8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E4A8CB5-2F92-4F05-AF82-34BE222D41E1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E252DE46-AA48-8CA5-5B93-06ECB00C44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CA62EB-E672-46A7-BCB8-2809E8CD002A}" type="slidenum">
              <a:rPr lang="es-ES" altLang="es-AR" smtClean="0"/>
              <a:pPr>
                <a:spcBef>
                  <a:spcPct val="0"/>
                </a:spcBef>
              </a:pPr>
              <a:t>1</a:t>
            </a:fld>
            <a:endParaRPr lang="es-ES" altLang="es-AR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B3D537D8-DCF1-8F0B-85E5-D3883B366A8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15C5BE6-B59B-A8EA-8561-B2EE250CA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alt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5F8AAFBC-117A-FF08-9BAB-FAB6D2DCE5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C22239-D17C-4161-BC90-1D4DCC1962D8}" type="slidenum">
              <a:rPr lang="es-ES" altLang="es-AR" smtClean="0"/>
              <a:pPr>
                <a:spcBef>
                  <a:spcPct val="0"/>
                </a:spcBef>
              </a:pPr>
              <a:t>2</a:t>
            </a:fld>
            <a:endParaRPr lang="es-ES" altLang="es-AR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7AE12BA1-81F0-C4BB-500D-A4D7423C5E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7D3FCFA-AD7B-7BD1-6A5A-79172E6CFD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AR"/>
              <a:t>Hay algunas diapositivas que tenemos que decidir que hacer……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352B62D1-77B8-3777-7472-1FC20B12BB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5360A1C-1773-440D-9C2D-A50C0B1E3D9C}" type="slidenum">
              <a:rPr lang="es-ES" altLang="es-AR" smtClean="0"/>
              <a:pPr>
                <a:spcBef>
                  <a:spcPct val="0"/>
                </a:spcBef>
              </a:pPr>
              <a:t>3</a:t>
            </a:fld>
            <a:endParaRPr lang="es-ES" altLang="es-AR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24ED996-3E14-B6A7-1419-CE0BE2F2F4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8D73667-63FC-B2DE-39B6-5951AF72F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s-ES" altLang="es-AR"/>
              <a:t>Hay algunas diapositivas que tenemos que decidir que hacer……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41B401EE-E011-9980-7F56-659D181E57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F650EB-512D-4CDA-A336-5C35EDB7CD12}" type="slidenum">
              <a:rPr lang="es-ES" altLang="es-AR" smtClean="0"/>
              <a:pPr>
                <a:spcBef>
                  <a:spcPct val="0"/>
                </a:spcBef>
              </a:pPr>
              <a:t>4</a:t>
            </a:fld>
            <a:endParaRPr lang="es-ES" altLang="es-AR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D4FCA00-52B6-611E-C76B-93912EF785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A63B565A-D987-C999-A5D2-5EB8145D2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6D5AF02-B16D-A1B2-B61E-404E46C2DA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4589DC-2950-41CB-9BA3-69FC6EFE1E6F}" type="slidenum">
              <a:rPr lang="es-ES" altLang="es-AR" smtClean="0"/>
              <a:pPr>
                <a:spcBef>
                  <a:spcPct val="0"/>
                </a:spcBef>
              </a:pPr>
              <a:t>5</a:t>
            </a:fld>
            <a:endParaRPr lang="es-ES" altLang="es-AR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131430B-DEAA-CBA0-A0CB-85B7A3A990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15258EF2-00A3-14D3-C49C-92CD60C5F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1A5677AE-E99F-F713-AEE3-54F9F0221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2EA66F1-0247-4224-BBA7-0DFF79D8E040}" type="slidenum">
              <a:rPr lang="es-ES" altLang="es-AR" smtClean="0"/>
              <a:pPr>
                <a:spcBef>
                  <a:spcPct val="0"/>
                </a:spcBef>
              </a:pPr>
              <a:t>6</a:t>
            </a:fld>
            <a:endParaRPr lang="es-ES" altLang="es-AR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60B23A5-ECC1-292F-1B40-8352B047FA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4D770A6-A9B5-744F-39BD-57F4B781F6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Marcador de imagen de diapositiva 1">
            <a:extLst>
              <a:ext uri="{FF2B5EF4-FFF2-40B4-BE49-F238E27FC236}">
                <a16:creationId xmlns:a16="http://schemas.microsoft.com/office/drawing/2014/main" id="{59B50D10-2AD5-66D6-481C-846663E7B5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Marcador de notas 2">
            <a:extLst>
              <a:ext uri="{FF2B5EF4-FFF2-40B4-BE49-F238E27FC236}">
                <a16:creationId xmlns:a16="http://schemas.microsoft.com/office/drawing/2014/main" id="{5DA86716-6CFE-4891-34D1-86F6BED62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AR" altLang="es-AR"/>
          </a:p>
        </p:txBody>
      </p:sp>
      <p:sp>
        <p:nvSpPr>
          <p:cNvPr id="28676" name="Marcador de número de diapositiva 3">
            <a:extLst>
              <a:ext uri="{FF2B5EF4-FFF2-40B4-BE49-F238E27FC236}">
                <a16:creationId xmlns:a16="http://schemas.microsoft.com/office/drawing/2014/main" id="{0D8031BC-1F63-D5EF-20C6-9B94BBD4BE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73473E2-BD1E-4419-9932-6F8E1846E1EA}" type="slidenum">
              <a:rPr lang="es-ES" altLang="es-AR" smtClean="0">
                <a:latin typeface="Times New Roman" panose="02020603050405020304" pitchFamily="18" charset="0"/>
              </a:rPr>
              <a:pPr/>
              <a:t>8</a:t>
            </a:fld>
            <a:endParaRPr lang="es-ES" altLang="es-A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3A466F78-79E3-CA3F-75A5-4E37BA80F6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87C721B-5DBA-40E6-B387-5EE334B30D07}" type="slidenum">
              <a:rPr lang="es-ES" altLang="es-AR" smtClean="0"/>
              <a:pPr>
                <a:spcBef>
                  <a:spcPct val="0"/>
                </a:spcBef>
              </a:pPr>
              <a:t>9</a:t>
            </a:fld>
            <a:endParaRPr lang="es-ES" altLang="es-AR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C849C1F-03D5-F7A3-41FC-67C1EDA77E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934EB4D5-9405-3674-83F6-9F9BD55EF6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AR" alt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9BFFC-4B22-F207-AECA-7D91089B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5F65-7DDF-29A3-8ADA-49F3F6C8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41AC6-8BF0-3332-7856-B6CFB228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B983C-914C-4FDC-814A-9CB95FF325BD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647990131"/>
      </p:ext>
    </p:extLst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8D305-26F8-320A-715C-7E7BDD2FE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B51F8-9F8A-E666-8D8E-7C4F75BD9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3BF2-4ABA-4876-AACD-17551FDC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21C14-414A-4638-9FDF-F69BB9B36925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153145583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4EDF9-DBE2-51F5-1739-BB2A0D82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AEC1-8C03-0048-29D5-103AE5A7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AC8D5-27D5-58A7-1F77-4507D871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96BC7-0287-415C-9677-955C3954F5BD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49966652"/>
      </p:ext>
    </p:extLst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04941-45A4-B1BA-A27E-DAD055C6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084A9-BA41-CB1A-F9B0-37272FE8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3F47D-9813-C4CE-618F-C5B5F26A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28227E-1928-4BD7-928F-5567B94D7F01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880415827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8F027E87-C0DD-2332-E8C3-F4B32312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F1F195ED-B5A4-C0BD-F258-ECCDA10B6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C36F6E14-46A1-1700-5395-AE82CD33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B3A3E-4209-49D0-97D8-9827B9CF44E3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605204128"/>
      </p:ext>
    </p:extLst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C0DE78E-989A-FCE5-2B44-926625E79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838E463-1180-E6BE-A7FF-DEC3C3BF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2012</a:t>
            </a:r>
            <a:endParaRPr lang="es-E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72E1580-8517-88BE-6BAD-A766BE93F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8EB9C9-8C07-4334-929E-073D7AD08B60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193271871"/>
      </p:ext>
    </p:extLst>
  </p:cSld>
  <p:clrMapOvr>
    <a:masterClrMapping/>
  </p:clrMapOvr>
  <p:transition spd="slow">
    <p:random/>
  </p:transition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1172"/>
      </p:ext>
    </p:extLst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E6598-B98A-7F2C-57F5-C8480E13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FB60B-27BA-F8F1-4CE3-80ABB1B1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553DB-6814-0B12-0449-F22443F7E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DD2C6-1F10-4EE7-A828-26E4D787E31F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188072846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CD671-AA97-C67A-484A-7D3C577F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77279-F395-FA0F-87ED-FD761AB7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EBB70-0974-092A-F7BD-D917D7A1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545E4-98FE-4488-8580-B9BE70969C62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4135159485"/>
      </p:ext>
    </p:extLst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849E3-EE96-0E7D-699D-6FE66F440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962D-BD6C-9477-370B-48CC312B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FD8BF-4731-39CF-C63C-32293D63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CE7A1-462E-4DF5-AC8D-F38B25C84B87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212403720"/>
      </p:ext>
    </p:extLst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BE140-FD2D-C8A1-A748-0A4AAFB3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5CC48-685E-409F-A5AD-E574F6E0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Algoritmos, Datos y Programas 2010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9C9C9-85A6-2E91-D32E-1500CCD62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88F67-2E35-4943-B3B7-FF9D5C3B732D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val="3193095260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7F21F76-F6E3-5AED-2971-845E3339F2C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4455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título del patrón</a:t>
            </a:r>
            <a:endParaRPr lang="en-US" altLang="es-E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B6F2A1C-32A5-2291-7B04-4397217332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44550" y="1828800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F1711-472C-D0B1-F561-5DFD03AFD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_tradnl"/>
              <a:t>Clase 1</a:t>
            </a:r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336D9-ECEE-A483-F221-144245EBB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r>
              <a:rPr lang="es-ES"/>
              <a:t>Algoritmos, Datos y Programas 2012</a:t>
            </a:r>
            <a:endParaRPr lang="es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92C59-528F-0D2B-ED60-0D6AEE74A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61BD69A-65C8-4607-B47D-993A97CD42EC}" type="slidenum">
              <a:rPr lang="es-ES" altLang="es-AR"/>
              <a:pPr>
                <a:defRPr/>
              </a:pPr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  <p:sldLayoutId id="2147484805" r:id="rId3"/>
    <p:sldLayoutId id="2147484806" r:id="rId4"/>
    <p:sldLayoutId id="2147484807" r:id="rId5"/>
    <p:sldLayoutId id="2147484802" r:id="rId6"/>
    <p:sldLayoutId id="2147484808" r:id="rId7"/>
    <p:sldLayoutId id="2147484809" r:id="rId8"/>
    <p:sldLayoutId id="2147484810" r:id="rId9"/>
    <p:sldLayoutId id="2147484811" r:id="rId10"/>
    <p:sldLayoutId id="2147484812" r:id="rId11"/>
  </p:sldLayoutIdLst>
  <p:transition spd="slow">
    <p:random/>
  </p:transition>
  <p:hf hd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n 10">
            <a:extLst>
              <a:ext uri="{FF2B5EF4-FFF2-40B4-BE49-F238E27FC236}">
                <a16:creationId xmlns:a16="http://schemas.microsoft.com/office/drawing/2014/main" id="{E850F513-EBA5-27C2-A5EA-2B214F3D5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285750"/>
            <a:ext cx="10261600" cy="654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9">
            <a:extLst>
              <a:ext uri="{FF2B5EF4-FFF2-40B4-BE49-F238E27FC236}">
                <a16:creationId xmlns:a16="http://schemas.microsoft.com/office/drawing/2014/main" id="{73AB9F02-2E1A-7847-183B-8D4192D0F33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51088" y="3530600"/>
            <a:ext cx="7308850" cy="278288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TALLER DE</a:t>
            </a:r>
            <a:b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</a:br>
            <a:r>
              <a:rPr lang="es-ES_tradnl" altLang="es-AR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 PROGRAMACION</a:t>
            </a:r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580424C6-A055-5966-3E86-2C4A1F57D088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0833110-C5AF-A493-EAB5-77AAACEE6DC3}"/>
              </a:ext>
            </a:extLst>
          </p:cNvPr>
          <p:cNvSpPr txBox="1"/>
          <p:nvPr/>
        </p:nvSpPr>
        <p:spPr>
          <a:xfrm>
            <a:off x="407988" y="328613"/>
            <a:ext cx="6389687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Cómo vamos a Trabajar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6 CuadroTexto">
            <a:extLst>
              <a:ext uri="{FF2B5EF4-FFF2-40B4-BE49-F238E27FC236}">
                <a16:creationId xmlns:a16="http://schemas.microsoft.com/office/drawing/2014/main" id="{20627DE7-8EC8-1975-6849-A3A21AA1DA81}"/>
              </a:ext>
            </a:extLst>
          </p:cNvPr>
          <p:cNvSpPr txBox="1"/>
          <p:nvPr/>
        </p:nvSpPr>
        <p:spPr bwMode="auto">
          <a:xfrm>
            <a:off x="292100" y="1700213"/>
            <a:ext cx="8713788" cy="7080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Planteo de un tema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21" name="6 CuadroTexto">
            <a:extLst>
              <a:ext uri="{FF2B5EF4-FFF2-40B4-BE49-F238E27FC236}">
                <a16:creationId xmlns:a16="http://schemas.microsoft.com/office/drawing/2014/main" id="{44A22FDD-C7A3-8426-51A8-4DC65DBECE51}"/>
              </a:ext>
            </a:extLst>
          </p:cNvPr>
          <p:cNvSpPr txBox="1"/>
          <p:nvPr/>
        </p:nvSpPr>
        <p:spPr bwMode="auto">
          <a:xfrm>
            <a:off x="292100" y="5745163"/>
            <a:ext cx="8713788" cy="70802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Formulario de preguntas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24" name="6 CuadroTexto">
            <a:extLst>
              <a:ext uri="{FF2B5EF4-FFF2-40B4-BE49-F238E27FC236}">
                <a16:creationId xmlns:a16="http://schemas.microsoft.com/office/drawing/2014/main" id="{2D50A28A-FED0-078C-E3B7-C9A86D86FB6E}"/>
              </a:ext>
            </a:extLst>
          </p:cNvPr>
          <p:cNvSpPr txBox="1"/>
          <p:nvPr/>
        </p:nvSpPr>
        <p:spPr bwMode="auto">
          <a:xfrm>
            <a:off x="1270000" y="2551113"/>
            <a:ext cx="8713788" cy="31686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Conceptos teóricos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4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Ejercicios prácticos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4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4000" dirty="0">
                <a:latin typeface="Agency FB" panose="020B0503020202020204" pitchFamily="34" charset="0"/>
              </a:rPr>
              <a:t>Conclusiones</a:t>
            </a:r>
            <a:endParaRPr lang="es-ES_tradnl" sz="4000" dirty="0">
              <a:latin typeface="Agency FB" panose="020B0503020202020204" pitchFamily="34" charset="0"/>
            </a:endParaRPr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6B5FDA82-A56E-47E4-DAC6-C191898C619E}"/>
              </a:ext>
            </a:extLst>
          </p:cNvPr>
          <p:cNvSpPr/>
          <p:nvPr/>
        </p:nvSpPr>
        <p:spPr bwMode="auto">
          <a:xfrm>
            <a:off x="766763" y="2636838"/>
            <a:ext cx="503237" cy="57626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11111E-6 L -0.00286 0.17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0.17014 L 0.00313 0.3571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 animBg="1"/>
      <p:bldP spid="3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4573AC11-FBA3-2A62-D265-1CB964195922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6E34F2E-0156-FBCE-EC9F-8752F6C75341}"/>
              </a:ext>
            </a:extLst>
          </p:cNvPr>
          <p:cNvSpPr txBox="1"/>
          <p:nvPr/>
        </p:nvSpPr>
        <p:spPr>
          <a:xfrm>
            <a:off x="407988" y="328613"/>
            <a:ext cx="7710487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de la clase de hoy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8436" name="CuadroTexto 21">
            <a:extLst>
              <a:ext uri="{FF2B5EF4-FFF2-40B4-BE49-F238E27FC236}">
                <a16:creationId xmlns:a16="http://schemas.microsoft.com/office/drawing/2014/main" id="{DAF3E327-42E3-CA3F-D9D3-25CAE30DC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0" y="2406650"/>
            <a:ext cx="5254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" altLang="es-AR" sz="6000" b="1">
                <a:solidFill>
                  <a:schemeClr val="bg1"/>
                </a:solidFill>
                <a:latin typeface="Agency FB" panose="020B0503020202020204" pitchFamily="34" charset="0"/>
              </a:rPr>
              <a:t>2</a:t>
            </a:r>
            <a:endParaRPr lang="es-AR" altLang="es-AR" sz="6000" b="1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226FA02-4BB0-768F-D3B3-4433ED28B00F}"/>
              </a:ext>
            </a:extLst>
          </p:cNvPr>
          <p:cNvGrpSpPr>
            <a:grpSpLocks/>
          </p:cNvGrpSpPr>
          <p:nvPr/>
        </p:nvGrpSpPr>
        <p:grpSpPr bwMode="auto">
          <a:xfrm>
            <a:off x="466725" y="2125663"/>
            <a:ext cx="2244725" cy="2559050"/>
            <a:chOff x="179388" y="2125663"/>
            <a:chExt cx="2244725" cy="2558479"/>
          </a:xfrm>
        </p:grpSpPr>
        <p:sp>
          <p:nvSpPr>
            <p:cNvPr id="43" name="6 CuadroTexto">
              <a:extLst>
                <a:ext uri="{FF2B5EF4-FFF2-40B4-BE49-F238E27FC236}">
                  <a16:creationId xmlns:a16="http://schemas.microsoft.com/office/drawing/2014/main" id="{51167F1F-E972-B74E-47C2-2DD1E113A89E}"/>
                </a:ext>
              </a:extLst>
            </p:cNvPr>
            <p:cNvSpPr txBox="1"/>
            <p:nvPr/>
          </p:nvSpPr>
          <p:spPr>
            <a:xfrm>
              <a:off x="179388" y="3976275"/>
              <a:ext cx="2244725" cy="707867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 err="1">
                  <a:latin typeface="Agency FB" panose="020B0503020202020204" pitchFamily="34" charset="0"/>
                </a:rPr>
                <a:t>Arbol</a:t>
              </a:r>
              <a:endParaRPr lang="es-ES_tradnl" sz="4000" dirty="0">
                <a:latin typeface="Agency FB" panose="020B0503020202020204" pitchFamily="34" charset="0"/>
              </a:endParaRPr>
            </a:p>
          </p:txBody>
        </p:sp>
        <p:grpSp>
          <p:nvGrpSpPr>
            <p:cNvPr id="18455" name="Grupo 29">
              <a:extLst>
                <a:ext uri="{FF2B5EF4-FFF2-40B4-BE49-F238E27FC236}">
                  <a16:creationId xmlns:a16="http://schemas.microsoft.com/office/drawing/2014/main" id="{C2B221B8-90BC-73FB-8E7E-9959C3A73C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88" y="2125663"/>
              <a:ext cx="2016125" cy="2016125"/>
              <a:chOff x="335360" y="2132856"/>
              <a:chExt cx="2016224" cy="2016224"/>
            </a:xfrm>
          </p:grpSpPr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37882BBC-991F-C96E-A1BC-80DF2DDC0EB2}"/>
                  </a:ext>
                </a:extLst>
              </p:cNvPr>
              <p:cNvSpPr/>
              <p:nvPr/>
            </p:nvSpPr>
            <p:spPr>
              <a:xfrm>
                <a:off x="335360" y="2132856"/>
                <a:ext cx="2016224" cy="201577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57" name="CuadroTexto 20">
                <a:extLst>
                  <a:ext uri="{FF2B5EF4-FFF2-40B4-BE49-F238E27FC236}">
                    <a16:creationId xmlns:a16="http://schemas.microsoft.com/office/drawing/2014/main" id="{A6DE24F7-ECF3-8A71-354B-48DD8F0084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365806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1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FB7B55B7-D56A-8004-CD25-808C201DE83F}"/>
              </a:ext>
            </a:extLst>
          </p:cNvPr>
          <p:cNvGrpSpPr>
            <a:grpSpLocks/>
          </p:cNvGrpSpPr>
          <p:nvPr/>
        </p:nvGrpSpPr>
        <p:grpSpPr bwMode="auto">
          <a:xfrm>
            <a:off x="3216275" y="2125663"/>
            <a:ext cx="2735263" cy="3189287"/>
            <a:chOff x="3097485" y="2125663"/>
            <a:chExt cx="2736130" cy="3188765"/>
          </a:xfrm>
        </p:grpSpPr>
        <p:grpSp>
          <p:nvGrpSpPr>
            <p:cNvPr id="18450" name="Grupo 30">
              <a:extLst>
                <a:ext uri="{FF2B5EF4-FFF2-40B4-BE49-F238E27FC236}">
                  <a16:creationId xmlns:a16="http://schemas.microsoft.com/office/drawing/2014/main" id="{A60D4092-5DBF-D541-826B-EF5C171A2E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9150" y="2125663"/>
              <a:ext cx="2016125" cy="2016125"/>
              <a:chOff x="335360" y="2132856"/>
              <a:chExt cx="2016224" cy="2016224"/>
            </a:xfrm>
          </p:grpSpPr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D592FFB1-DA8B-6E5D-164C-29356C39B46E}"/>
                  </a:ext>
                </a:extLst>
              </p:cNvPr>
              <p:cNvSpPr/>
              <p:nvPr/>
            </p:nvSpPr>
            <p:spPr>
              <a:xfrm>
                <a:off x="335716" y="2132856"/>
                <a:ext cx="2015275" cy="201589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53" name="CuadroTexto 32">
                <a:extLst>
                  <a:ext uri="{FF2B5EF4-FFF2-40B4-BE49-F238E27FC236}">
                    <a16:creationId xmlns:a16="http://schemas.microsoft.com/office/drawing/2014/main" id="{7FEE6AD6-7A29-2977-8B8C-3837EF798B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524503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2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45" name="6 CuadroTexto">
              <a:extLst>
                <a:ext uri="{FF2B5EF4-FFF2-40B4-BE49-F238E27FC236}">
                  <a16:creationId xmlns:a16="http://schemas.microsoft.com/office/drawing/2014/main" id="{64EF1F4F-409F-0781-A68F-E641D7D0DEA0}"/>
                </a:ext>
              </a:extLst>
            </p:cNvPr>
            <p:cNvSpPr txBox="1"/>
            <p:nvPr/>
          </p:nvSpPr>
          <p:spPr>
            <a:xfrm>
              <a:off x="3097485" y="3990670"/>
              <a:ext cx="2736130" cy="1323758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ABB características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2F971253-A541-9AE9-3583-2624CBEFF3D7}"/>
              </a:ext>
            </a:extLst>
          </p:cNvPr>
          <p:cNvGrpSpPr>
            <a:grpSpLocks/>
          </p:cNvGrpSpPr>
          <p:nvPr/>
        </p:nvGrpSpPr>
        <p:grpSpPr bwMode="auto">
          <a:xfrm>
            <a:off x="9420225" y="2125663"/>
            <a:ext cx="2406650" cy="2579687"/>
            <a:chOff x="9420226" y="2125663"/>
            <a:chExt cx="2406650" cy="2579548"/>
          </a:xfrm>
        </p:grpSpPr>
        <p:grpSp>
          <p:nvGrpSpPr>
            <p:cNvPr id="18446" name="Grupo 36">
              <a:extLst>
                <a:ext uri="{FF2B5EF4-FFF2-40B4-BE49-F238E27FC236}">
                  <a16:creationId xmlns:a16="http://schemas.microsoft.com/office/drawing/2014/main" id="{DCFCDF85-5575-4A04-E73B-31742F007D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96450" y="2125663"/>
              <a:ext cx="2016125" cy="2016125"/>
              <a:chOff x="335360" y="2132856"/>
              <a:chExt cx="2016224" cy="2016224"/>
            </a:xfrm>
          </p:grpSpPr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79ACED88-F8A0-68F4-69DF-62B5668FC3C2}"/>
                  </a:ext>
                </a:extLst>
              </p:cNvPr>
              <p:cNvSpPr/>
              <p:nvPr/>
            </p:nvSpPr>
            <p:spPr>
              <a:xfrm>
                <a:off x="335361" y="2132856"/>
                <a:ext cx="2016224" cy="2016115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49" name="CuadroTexto 38">
                <a:extLst>
                  <a:ext uri="{FF2B5EF4-FFF2-40B4-BE49-F238E27FC236}">
                    <a16:creationId xmlns:a16="http://schemas.microsoft.com/office/drawing/2014/main" id="{E1854BE4-93A2-6454-1C9D-E9EC591496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534121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4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47" name="6 CuadroTexto">
              <a:extLst>
                <a:ext uri="{FF2B5EF4-FFF2-40B4-BE49-F238E27FC236}">
                  <a16:creationId xmlns:a16="http://schemas.microsoft.com/office/drawing/2014/main" id="{D58EC747-4819-108A-4467-8040C90CA56D}"/>
                </a:ext>
              </a:extLst>
            </p:cNvPr>
            <p:cNvSpPr txBox="1"/>
            <p:nvPr/>
          </p:nvSpPr>
          <p:spPr>
            <a:xfrm>
              <a:off x="9420226" y="3997224"/>
              <a:ext cx="2406650" cy="707987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Conclusiones</a:t>
              </a:r>
            </a:p>
          </p:txBody>
        </p:sp>
      </p:grpSp>
      <p:sp>
        <p:nvSpPr>
          <p:cNvPr id="18440" name="CuadroTexto 21">
            <a:extLst>
              <a:ext uri="{FF2B5EF4-FFF2-40B4-BE49-F238E27FC236}">
                <a16:creationId xmlns:a16="http://schemas.microsoft.com/office/drawing/2014/main" id="{944ADDE2-E720-FC05-BEC7-610101F82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2393950"/>
            <a:ext cx="5254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" altLang="es-AR" sz="6000" b="1">
                <a:solidFill>
                  <a:schemeClr val="bg1"/>
                </a:solidFill>
                <a:latin typeface="Agency FB" panose="020B0503020202020204" pitchFamily="34" charset="0"/>
              </a:rPr>
              <a:t>2</a:t>
            </a:r>
            <a:endParaRPr lang="es-AR" altLang="es-AR" sz="6000" b="1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164D44A-84E2-AC82-5587-61BB25CE3970}"/>
              </a:ext>
            </a:extLst>
          </p:cNvPr>
          <p:cNvGrpSpPr>
            <a:grpSpLocks/>
          </p:cNvGrpSpPr>
          <p:nvPr/>
        </p:nvGrpSpPr>
        <p:grpSpPr bwMode="auto">
          <a:xfrm>
            <a:off x="6384925" y="2112963"/>
            <a:ext cx="2735263" cy="4419600"/>
            <a:chOff x="3097485" y="2125663"/>
            <a:chExt cx="2736130" cy="4421333"/>
          </a:xfrm>
        </p:grpSpPr>
        <p:grpSp>
          <p:nvGrpSpPr>
            <p:cNvPr id="18442" name="Grupo 30">
              <a:extLst>
                <a:ext uri="{FF2B5EF4-FFF2-40B4-BE49-F238E27FC236}">
                  <a16:creationId xmlns:a16="http://schemas.microsoft.com/office/drawing/2014/main" id="{10E83EB3-B7CF-6F7F-1D72-B2C35B7BF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9150" y="2125663"/>
              <a:ext cx="2016125" cy="2016133"/>
              <a:chOff x="335360" y="2132856"/>
              <a:chExt cx="2016224" cy="2016232"/>
            </a:xfrm>
          </p:grpSpPr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C8A704AB-0A7B-E314-2F57-2F2A743B6BEF}"/>
                  </a:ext>
                </a:extLst>
              </p:cNvPr>
              <p:cNvSpPr/>
              <p:nvPr/>
            </p:nvSpPr>
            <p:spPr>
              <a:xfrm>
                <a:off x="335716" y="2132856"/>
                <a:ext cx="2015275" cy="2017014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s-AR"/>
              </a:p>
            </p:txBody>
          </p:sp>
          <p:sp>
            <p:nvSpPr>
              <p:cNvPr id="18445" name="CuadroTexto 32">
                <a:extLst>
                  <a:ext uri="{FF2B5EF4-FFF2-40B4-BE49-F238E27FC236}">
                    <a16:creationId xmlns:a16="http://schemas.microsoft.com/office/drawing/2014/main" id="{1BB12B46-6A98-C4AD-ED66-970844422A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448" y="2557353"/>
                <a:ext cx="538956" cy="10157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r>
                  <a:rPr lang="es-ES" altLang="es-AR" sz="6000" b="1">
                    <a:solidFill>
                      <a:schemeClr val="bg1"/>
                    </a:solidFill>
                    <a:latin typeface="Agency FB" panose="020B0503020202020204" pitchFamily="34" charset="0"/>
                  </a:rPr>
                  <a:t>3</a:t>
                </a:r>
                <a:endParaRPr lang="es-AR" altLang="es-AR" sz="6000" b="1">
                  <a:solidFill>
                    <a:schemeClr val="bg1"/>
                  </a:solidFill>
                  <a:latin typeface="Agency FB" panose="020B0503020202020204" pitchFamily="34" charset="0"/>
                </a:endParaRPr>
              </a:p>
            </p:txBody>
          </p:sp>
        </p:grpSp>
        <p:sp>
          <p:nvSpPr>
            <p:cNvPr id="11" name="6 CuadroTexto">
              <a:extLst>
                <a:ext uri="{FF2B5EF4-FFF2-40B4-BE49-F238E27FC236}">
                  <a16:creationId xmlns:a16="http://schemas.microsoft.com/office/drawing/2014/main" id="{BA3A94A4-AB06-60D4-74D5-4BDA426D3C09}"/>
                </a:ext>
              </a:extLst>
            </p:cNvPr>
            <p:cNvSpPr txBox="1"/>
            <p:nvPr/>
          </p:nvSpPr>
          <p:spPr>
            <a:xfrm>
              <a:off x="3097485" y="3991706"/>
              <a:ext cx="2736130" cy="2555290"/>
            </a:xfrm>
            <a:prstGeom prst="rect">
              <a:avLst/>
            </a:prstGeom>
            <a:noFill/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ABB operaciones</a:t>
              </a:r>
            </a:p>
            <a:p>
              <a:pPr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Carga</a:t>
              </a:r>
            </a:p>
            <a:p>
              <a:pPr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Recorridos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40DBE2A8-D00C-EE03-0F80-A0582FDBB17C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211A6A-8631-5F2D-AE66-94795C58183C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0484" name="Google Shape;124;p18">
            <a:extLst>
              <a:ext uri="{FF2B5EF4-FFF2-40B4-BE49-F238E27FC236}">
                <a16:creationId xmlns:a16="http://schemas.microsoft.com/office/drawing/2014/main" id="{10AFF577-41B4-DE25-0794-E4487A55EA4C}"/>
              </a:ext>
            </a:extLst>
          </p:cNvPr>
          <p:cNvGrpSpPr>
            <a:grpSpLocks/>
          </p:cNvGrpSpPr>
          <p:nvPr/>
        </p:nvGrpSpPr>
        <p:grpSpPr bwMode="auto">
          <a:xfrm>
            <a:off x="896938" y="1820863"/>
            <a:ext cx="4659312" cy="2820987"/>
            <a:chOff x="497555" y="1412776"/>
            <a:chExt cx="4680520" cy="3024336"/>
          </a:xfrm>
        </p:grpSpPr>
        <p:grpSp>
          <p:nvGrpSpPr>
            <p:cNvPr id="20507" name="Google Shape;125;p18">
              <a:extLst>
                <a:ext uri="{FF2B5EF4-FFF2-40B4-BE49-F238E27FC236}">
                  <a16:creationId xmlns:a16="http://schemas.microsoft.com/office/drawing/2014/main" id="{4925B026-433D-D6B0-70B6-B56EA4E08A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20515" name="Google Shape;126;p18">
                <a:extLst>
                  <a:ext uri="{FF2B5EF4-FFF2-40B4-BE49-F238E27FC236}">
                    <a16:creationId xmlns:a16="http://schemas.microsoft.com/office/drawing/2014/main" id="{12DBAC98-D4C2-B36E-10C1-F6B765020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20518" name="Google Shape;127;p18">
                  <a:extLst>
                    <a:ext uri="{FF2B5EF4-FFF2-40B4-BE49-F238E27FC236}">
                      <a16:creationId xmlns:a16="http://schemas.microsoft.com/office/drawing/2014/main" id="{017A53AE-540A-B21A-555C-19F0216E23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519" name="Google Shape;128;p18">
                  <a:extLst>
                    <a:ext uri="{FF2B5EF4-FFF2-40B4-BE49-F238E27FC236}">
                      <a16:creationId xmlns:a16="http://schemas.microsoft.com/office/drawing/2014/main" id="{0DDBBEF3-C360-F83B-093D-F75AE3606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520" name="Google Shape;129;p18">
                  <a:extLst>
                    <a:ext uri="{FF2B5EF4-FFF2-40B4-BE49-F238E27FC236}">
                      <a16:creationId xmlns:a16="http://schemas.microsoft.com/office/drawing/2014/main" id="{9BA3CC9F-6F07-B1EA-CCB8-7183B6C685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521" name="Google Shape;130;p18">
                  <a:extLst>
                    <a:ext uri="{FF2B5EF4-FFF2-40B4-BE49-F238E27FC236}">
                      <a16:creationId xmlns:a16="http://schemas.microsoft.com/office/drawing/2014/main" id="{8341E644-2C35-C710-4BB1-AA7D32A46E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522" name="Google Shape;131;p18">
                  <a:extLst>
                    <a:ext uri="{FF2B5EF4-FFF2-40B4-BE49-F238E27FC236}">
                      <a16:creationId xmlns:a16="http://schemas.microsoft.com/office/drawing/2014/main" id="{9C72786E-55B3-9B63-9508-4F9EAE604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523" name="Google Shape;132;p18">
                  <a:extLst>
                    <a:ext uri="{FF2B5EF4-FFF2-40B4-BE49-F238E27FC236}">
                      <a16:creationId xmlns:a16="http://schemas.microsoft.com/office/drawing/2014/main" id="{0FD2E9B3-D535-3E6A-E78D-58CDD1ADAC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20524" name="Google Shape;133;p18">
                  <a:extLst>
                    <a:ext uri="{FF2B5EF4-FFF2-40B4-BE49-F238E27FC236}">
                      <a16:creationId xmlns:a16="http://schemas.microsoft.com/office/drawing/2014/main" id="{E7339B28-ABB0-9EA9-FFF1-B189A9177CA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25" name="Google Shape;134;p18">
                  <a:extLst>
                    <a:ext uri="{FF2B5EF4-FFF2-40B4-BE49-F238E27FC236}">
                      <a16:creationId xmlns:a16="http://schemas.microsoft.com/office/drawing/2014/main" id="{2CCEC41A-AA5D-E46B-F665-C14DCEDDF73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26" name="Google Shape;135;p18">
                  <a:extLst>
                    <a:ext uri="{FF2B5EF4-FFF2-40B4-BE49-F238E27FC236}">
                      <a16:creationId xmlns:a16="http://schemas.microsoft.com/office/drawing/2014/main" id="{45363432-B5AA-1DE2-E809-5944AD7B6C8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27" name="Google Shape;136;p18">
                  <a:extLst>
                    <a:ext uri="{FF2B5EF4-FFF2-40B4-BE49-F238E27FC236}">
                      <a16:creationId xmlns:a16="http://schemas.microsoft.com/office/drawing/2014/main" id="{5A036932-B0CE-D1B2-CDDD-8239B569E6C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28" name="Google Shape;137;p18">
                  <a:extLst>
                    <a:ext uri="{FF2B5EF4-FFF2-40B4-BE49-F238E27FC236}">
                      <a16:creationId xmlns:a16="http://schemas.microsoft.com/office/drawing/2014/main" id="{F185E169-71CD-C231-CA79-913E41F8968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0516" name="Google Shape;138;p18">
                <a:extLst>
                  <a:ext uri="{FF2B5EF4-FFF2-40B4-BE49-F238E27FC236}">
                    <a16:creationId xmlns:a16="http://schemas.microsoft.com/office/drawing/2014/main" id="{127924A2-C67F-EEB6-465B-26FB56931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20517" name="Google Shape;139;p18">
                <a:extLst>
                  <a:ext uri="{FF2B5EF4-FFF2-40B4-BE49-F238E27FC236}">
                    <a16:creationId xmlns:a16="http://schemas.microsoft.com/office/drawing/2014/main" id="{D1C1A72E-DD23-991B-BFDD-9F2251DACBE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508" name="Google Shape;140;p18">
              <a:extLst>
                <a:ext uri="{FF2B5EF4-FFF2-40B4-BE49-F238E27FC236}">
                  <a16:creationId xmlns:a16="http://schemas.microsoft.com/office/drawing/2014/main" id="{66011B45-9597-0131-A33A-E8650A2F7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509" name="Google Shape;141;p18">
              <a:extLst>
                <a:ext uri="{FF2B5EF4-FFF2-40B4-BE49-F238E27FC236}">
                  <a16:creationId xmlns:a16="http://schemas.microsoft.com/office/drawing/2014/main" id="{0B8C7E77-17DA-1276-40AE-8B590A2E5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510" name="Google Shape;142;p18">
              <a:extLst>
                <a:ext uri="{FF2B5EF4-FFF2-40B4-BE49-F238E27FC236}">
                  <a16:creationId xmlns:a16="http://schemas.microsoft.com/office/drawing/2014/main" id="{90910754-E516-5DFA-077C-6C569F27B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511" name="Google Shape;143;p18">
              <a:extLst>
                <a:ext uri="{FF2B5EF4-FFF2-40B4-BE49-F238E27FC236}">
                  <a16:creationId xmlns:a16="http://schemas.microsoft.com/office/drawing/2014/main" id="{111ACC86-39B1-CAC1-54A1-256F64A79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512" name="Google Shape;144;p18">
              <a:extLst>
                <a:ext uri="{FF2B5EF4-FFF2-40B4-BE49-F238E27FC236}">
                  <a16:creationId xmlns:a16="http://schemas.microsoft.com/office/drawing/2014/main" id="{7253F053-842F-7A98-6A1E-A87ECD3CB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513" name="Google Shape;145;p18">
              <a:extLst>
                <a:ext uri="{FF2B5EF4-FFF2-40B4-BE49-F238E27FC236}">
                  <a16:creationId xmlns:a16="http://schemas.microsoft.com/office/drawing/2014/main" id="{2BE87957-1A81-B0E7-3BAA-20E8F0E26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514" name="Google Shape;146;p18">
              <a:extLst>
                <a:ext uri="{FF2B5EF4-FFF2-40B4-BE49-F238E27FC236}">
                  <a16:creationId xmlns:a16="http://schemas.microsoft.com/office/drawing/2014/main" id="{D2C3BA88-B38B-3B53-4E4B-E100E96BF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0485" name="Google Shape;147;p18">
            <a:extLst>
              <a:ext uri="{FF2B5EF4-FFF2-40B4-BE49-F238E27FC236}">
                <a16:creationId xmlns:a16="http://schemas.microsoft.com/office/drawing/2014/main" id="{CA18EAD3-7413-AECC-EF43-9B14AE7A4AD6}"/>
              </a:ext>
            </a:extLst>
          </p:cNvPr>
          <p:cNvGrpSpPr>
            <a:grpSpLocks/>
          </p:cNvGrpSpPr>
          <p:nvPr/>
        </p:nvGrpSpPr>
        <p:grpSpPr bwMode="auto">
          <a:xfrm>
            <a:off x="7535863" y="1785938"/>
            <a:ext cx="3773487" cy="2819400"/>
            <a:chOff x="1387948" y="1412776"/>
            <a:chExt cx="3790128" cy="3024336"/>
          </a:xfrm>
        </p:grpSpPr>
        <p:grpSp>
          <p:nvGrpSpPr>
            <p:cNvPr id="20488" name="Google Shape;148;p18">
              <a:extLst>
                <a:ext uri="{FF2B5EF4-FFF2-40B4-BE49-F238E27FC236}">
                  <a16:creationId xmlns:a16="http://schemas.microsoft.com/office/drawing/2014/main" id="{C6D75FAE-91D5-6A08-91D5-511EFF8505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7948" y="1412776"/>
              <a:ext cx="3790128" cy="3024336"/>
              <a:chOff x="1518303" y="1700808"/>
              <a:chExt cx="2889813" cy="2423575"/>
            </a:xfrm>
          </p:grpSpPr>
          <p:grpSp>
            <p:nvGrpSpPr>
              <p:cNvPr id="20495" name="Google Shape;149;p18">
                <a:extLst>
                  <a:ext uri="{FF2B5EF4-FFF2-40B4-BE49-F238E27FC236}">
                    <a16:creationId xmlns:a16="http://schemas.microsoft.com/office/drawing/2014/main" id="{DAA0C263-0891-295A-67E7-0EBC299E7C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18303" y="1700808"/>
                <a:ext cx="2889813" cy="2359438"/>
                <a:chOff x="826247" y="1252014"/>
                <a:chExt cx="2888624" cy="2360484"/>
              </a:xfrm>
            </p:grpSpPr>
            <p:sp>
              <p:nvSpPr>
                <p:cNvPr id="20498" name="Google Shape;150;p18">
                  <a:extLst>
                    <a:ext uri="{FF2B5EF4-FFF2-40B4-BE49-F238E27FC236}">
                      <a16:creationId xmlns:a16="http://schemas.microsoft.com/office/drawing/2014/main" id="{3DACD8E9-0C94-A76D-44B2-086E058AE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8130" y="1252014"/>
                  <a:ext cx="545643" cy="589780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499" name="Google Shape;151;p18">
                  <a:extLst>
                    <a:ext uri="{FF2B5EF4-FFF2-40B4-BE49-F238E27FC236}">
                      <a16:creationId xmlns:a16="http://schemas.microsoft.com/office/drawing/2014/main" id="{3F531707-BC45-0DBC-6D4E-614AC29E4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6247" y="2153066"/>
                  <a:ext cx="548073" cy="591144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500" name="Google Shape;152;p18">
                  <a:extLst>
                    <a:ext uri="{FF2B5EF4-FFF2-40B4-BE49-F238E27FC236}">
                      <a16:creationId xmlns:a16="http://schemas.microsoft.com/office/drawing/2014/main" id="{73ACFE98-2921-A7FA-8336-F4FD344280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9034" y="2108013"/>
                  <a:ext cx="545642" cy="589780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501" name="Google Shape;153;p18">
                  <a:extLst>
                    <a:ext uri="{FF2B5EF4-FFF2-40B4-BE49-F238E27FC236}">
                      <a16:creationId xmlns:a16="http://schemas.microsoft.com/office/drawing/2014/main" id="{25774FE4-530F-C8B6-0E41-F2DEBE180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584" y="3007701"/>
                  <a:ext cx="545643" cy="591144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0502" name="Google Shape;154;p18">
                  <a:extLst>
                    <a:ext uri="{FF2B5EF4-FFF2-40B4-BE49-F238E27FC236}">
                      <a16:creationId xmlns:a16="http://schemas.microsoft.com/office/drawing/2014/main" id="{F3FD7DA4-9396-3D17-8A26-21D168703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229" y="3022718"/>
                  <a:ext cx="545642" cy="589780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20503" name="Google Shape;155;p18">
                  <a:extLst>
                    <a:ext uri="{FF2B5EF4-FFF2-40B4-BE49-F238E27FC236}">
                      <a16:creationId xmlns:a16="http://schemas.microsoft.com/office/drawing/2014/main" id="{6DFCC7BC-4EFD-C938-0654-29F3B10C33E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2899" y="1757149"/>
                  <a:ext cx="465436" cy="48192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04" name="Google Shape;156;p18">
                  <a:extLst>
                    <a:ext uri="{FF2B5EF4-FFF2-40B4-BE49-F238E27FC236}">
                      <a16:creationId xmlns:a16="http://schemas.microsoft.com/office/drawing/2014/main" id="{1E5D568F-7211-6382-C6F9-51098AC7F59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772" y="1717557"/>
                  <a:ext cx="594252" cy="47646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05" name="Google Shape;157;p18">
                  <a:extLst>
                    <a:ext uri="{FF2B5EF4-FFF2-40B4-BE49-F238E27FC236}">
                      <a16:creationId xmlns:a16="http://schemas.microsoft.com/office/drawing/2014/main" id="{ACDBF1EB-8B39-B0E0-E9C6-2AFE4A77169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988" y="2644549"/>
                  <a:ext cx="303810" cy="363151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506" name="Google Shape;158;p18">
                  <a:extLst>
                    <a:ext uri="{FF2B5EF4-FFF2-40B4-BE49-F238E27FC236}">
                      <a16:creationId xmlns:a16="http://schemas.microsoft.com/office/drawing/2014/main" id="{826D01EC-B6C5-76F0-A377-39F75A59FB1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324" y="2701889"/>
                  <a:ext cx="303810" cy="36178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0496" name="Google Shape;159;p18">
                <a:extLst>
                  <a:ext uri="{FF2B5EF4-FFF2-40B4-BE49-F238E27FC236}">
                    <a16:creationId xmlns:a16="http://schemas.microsoft.com/office/drawing/2014/main" id="{0A761783-0F21-E85A-56E5-BCBEA7D65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967" y="3534865"/>
                <a:ext cx="547083" cy="589518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20497" name="Google Shape;160;p18">
                <a:extLst>
                  <a:ext uri="{FF2B5EF4-FFF2-40B4-BE49-F238E27FC236}">
                    <a16:creationId xmlns:a16="http://schemas.microsoft.com/office/drawing/2014/main" id="{3E2C147D-94D9-3AA8-73AB-5D94E1CCCB2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6811" y="3192343"/>
                <a:ext cx="358643" cy="427128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489" name="Google Shape;161;p18">
              <a:extLst>
                <a:ext uri="{FF2B5EF4-FFF2-40B4-BE49-F238E27FC236}">
                  <a16:creationId xmlns:a16="http://schemas.microsoft.com/office/drawing/2014/main" id="{F747B23F-B685-BC32-D126-D1DE2B9FF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490" name="Google Shape;162;p18">
              <a:extLst>
                <a:ext uri="{FF2B5EF4-FFF2-40B4-BE49-F238E27FC236}">
                  <a16:creationId xmlns:a16="http://schemas.microsoft.com/office/drawing/2014/main" id="{159C0596-6A11-6960-7778-5E8B26EAF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491" name="Google Shape;163;p18">
              <a:extLst>
                <a:ext uri="{FF2B5EF4-FFF2-40B4-BE49-F238E27FC236}">
                  <a16:creationId xmlns:a16="http://schemas.microsoft.com/office/drawing/2014/main" id="{3558CB7F-26AD-E89D-04BD-96BA99CAEB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492" name="Google Shape;164;p18">
              <a:extLst>
                <a:ext uri="{FF2B5EF4-FFF2-40B4-BE49-F238E27FC236}">
                  <a16:creationId xmlns:a16="http://schemas.microsoft.com/office/drawing/2014/main" id="{C200A99C-4BBB-3D06-D6F2-4877E3B15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493" name="Google Shape;165;p18">
              <a:extLst>
                <a:ext uri="{FF2B5EF4-FFF2-40B4-BE49-F238E27FC236}">
                  <a16:creationId xmlns:a16="http://schemas.microsoft.com/office/drawing/2014/main" id="{8BE526E1-0F15-99FC-7ED4-BD9362640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494" name="Google Shape;166;p18">
              <a:extLst>
                <a:ext uri="{FF2B5EF4-FFF2-40B4-BE49-F238E27FC236}">
                  <a16:creationId xmlns:a16="http://schemas.microsoft.com/office/drawing/2014/main" id="{D580BFA8-6846-0F89-4E73-5DC549B02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95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66" name="6 CuadroTexto">
            <a:extLst>
              <a:ext uri="{FF2B5EF4-FFF2-40B4-BE49-F238E27FC236}">
                <a16:creationId xmlns:a16="http://schemas.microsoft.com/office/drawing/2014/main" id="{15F0C502-358E-8007-E6FE-7908E7E9EA66}"/>
              </a:ext>
            </a:extLst>
          </p:cNvPr>
          <p:cNvSpPr txBox="1"/>
          <p:nvPr/>
        </p:nvSpPr>
        <p:spPr bwMode="auto">
          <a:xfrm>
            <a:off x="587375" y="5051425"/>
            <a:ext cx="5292725" cy="1476375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Todos los nodos ubicados a la izquierda de su padre son menores y todos los de la derecha son mayores.</a:t>
            </a:r>
          </a:p>
        </p:txBody>
      </p:sp>
      <p:sp>
        <p:nvSpPr>
          <p:cNvPr id="67" name="6 CuadroTexto">
            <a:extLst>
              <a:ext uri="{FF2B5EF4-FFF2-40B4-BE49-F238E27FC236}">
                <a16:creationId xmlns:a16="http://schemas.microsoft.com/office/drawing/2014/main" id="{86EEDB23-7E1C-FF7B-FF0B-435832CC2EA3}"/>
              </a:ext>
            </a:extLst>
          </p:cNvPr>
          <p:cNvSpPr txBox="1"/>
          <p:nvPr/>
        </p:nvSpPr>
        <p:spPr bwMode="auto">
          <a:xfrm>
            <a:off x="6918325" y="5021263"/>
            <a:ext cx="5010150" cy="1477962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Todos los nodos ubicados a la derecha de su padre son menores y todos los de la izquierda son mayores.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8A6B59FD-788F-6386-B607-FCEC17912A05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4F8DB1E-EE10-AE96-F584-7FAC2F6D4D74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2532" name="Google Shape;124;p18">
            <a:extLst>
              <a:ext uri="{FF2B5EF4-FFF2-40B4-BE49-F238E27FC236}">
                <a16:creationId xmlns:a16="http://schemas.microsoft.com/office/drawing/2014/main" id="{C175101B-DD3F-ACC4-4B70-4FDF8AC99D55}"/>
              </a:ext>
            </a:extLst>
          </p:cNvPr>
          <p:cNvGrpSpPr>
            <a:grpSpLocks/>
          </p:cNvGrpSpPr>
          <p:nvPr/>
        </p:nvGrpSpPr>
        <p:grpSpPr bwMode="auto">
          <a:xfrm>
            <a:off x="5808663" y="2276475"/>
            <a:ext cx="4659312" cy="2820988"/>
            <a:chOff x="497555" y="1412776"/>
            <a:chExt cx="4680520" cy="3024336"/>
          </a:xfrm>
        </p:grpSpPr>
        <p:grpSp>
          <p:nvGrpSpPr>
            <p:cNvPr id="22535" name="Google Shape;125;p18">
              <a:extLst>
                <a:ext uri="{FF2B5EF4-FFF2-40B4-BE49-F238E27FC236}">
                  <a16:creationId xmlns:a16="http://schemas.microsoft.com/office/drawing/2014/main" id="{FA95264F-B346-334D-F6E3-0A061B9A23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22543" name="Google Shape;126;p18">
                <a:extLst>
                  <a:ext uri="{FF2B5EF4-FFF2-40B4-BE49-F238E27FC236}">
                    <a16:creationId xmlns:a16="http://schemas.microsoft.com/office/drawing/2014/main" id="{33E7AE23-D953-DDEB-97FE-385A16DDD3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22546" name="Google Shape;127;p18">
                  <a:extLst>
                    <a:ext uri="{FF2B5EF4-FFF2-40B4-BE49-F238E27FC236}">
                      <a16:creationId xmlns:a16="http://schemas.microsoft.com/office/drawing/2014/main" id="{F89C4C8B-0AEA-2FCE-F447-12391B9566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2547" name="Google Shape;128;p18">
                  <a:extLst>
                    <a:ext uri="{FF2B5EF4-FFF2-40B4-BE49-F238E27FC236}">
                      <a16:creationId xmlns:a16="http://schemas.microsoft.com/office/drawing/2014/main" id="{27C94457-DF55-855F-4375-D5F82B0524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2548" name="Google Shape;129;p18">
                  <a:extLst>
                    <a:ext uri="{FF2B5EF4-FFF2-40B4-BE49-F238E27FC236}">
                      <a16:creationId xmlns:a16="http://schemas.microsoft.com/office/drawing/2014/main" id="{75C6BB56-668D-F109-DB76-C0CCAF2432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2549" name="Google Shape;130;p18">
                  <a:extLst>
                    <a:ext uri="{FF2B5EF4-FFF2-40B4-BE49-F238E27FC236}">
                      <a16:creationId xmlns:a16="http://schemas.microsoft.com/office/drawing/2014/main" id="{34CD1843-49C1-05AB-3568-BBDE969C47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2550" name="Google Shape;131;p18">
                  <a:extLst>
                    <a:ext uri="{FF2B5EF4-FFF2-40B4-BE49-F238E27FC236}">
                      <a16:creationId xmlns:a16="http://schemas.microsoft.com/office/drawing/2014/main" id="{368B35BE-3EEA-2C33-7268-D9C48E2030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2551" name="Google Shape;132;p18">
                  <a:extLst>
                    <a:ext uri="{FF2B5EF4-FFF2-40B4-BE49-F238E27FC236}">
                      <a16:creationId xmlns:a16="http://schemas.microsoft.com/office/drawing/2014/main" id="{6AD7A3FE-A802-CBE9-BFC2-CA9EE754B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22552" name="Google Shape;133;p18">
                  <a:extLst>
                    <a:ext uri="{FF2B5EF4-FFF2-40B4-BE49-F238E27FC236}">
                      <a16:creationId xmlns:a16="http://schemas.microsoft.com/office/drawing/2014/main" id="{7ED4BA34-7CD0-513E-558A-65165E65DF7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553" name="Google Shape;134;p18">
                  <a:extLst>
                    <a:ext uri="{FF2B5EF4-FFF2-40B4-BE49-F238E27FC236}">
                      <a16:creationId xmlns:a16="http://schemas.microsoft.com/office/drawing/2014/main" id="{AD802D67-8238-4123-4976-3BDDC3E4569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554" name="Google Shape;135;p18">
                  <a:extLst>
                    <a:ext uri="{FF2B5EF4-FFF2-40B4-BE49-F238E27FC236}">
                      <a16:creationId xmlns:a16="http://schemas.microsoft.com/office/drawing/2014/main" id="{B34BD39D-19A4-BF8C-50D7-AC95E71C503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555" name="Google Shape;136;p18">
                  <a:extLst>
                    <a:ext uri="{FF2B5EF4-FFF2-40B4-BE49-F238E27FC236}">
                      <a16:creationId xmlns:a16="http://schemas.microsoft.com/office/drawing/2014/main" id="{1366823D-6B15-385B-B51F-88A24F4B7E8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2556" name="Google Shape;137;p18">
                  <a:extLst>
                    <a:ext uri="{FF2B5EF4-FFF2-40B4-BE49-F238E27FC236}">
                      <a16:creationId xmlns:a16="http://schemas.microsoft.com/office/drawing/2014/main" id="{1257C809-18DB-C706-6597-D1C7B58B815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2544" name="Google Shape;138;p18">
                <a:extLst>
                  <a:ext uri="{FF2B5EF4-FFF2-40B4-BE49-F238E27FC236}">
                    <a16:creationId xmlns:a16="http://schemas.microsoft.com/office/drawing/2014/main" id="{4E01AA47-FDA4-0ED4-C984-4E8C5D2E4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22545" name="Google Shape;139;p18">
                <a:extLst>
                  <a:ext uri="{FF2B5EF4-FFF2-40B4-BE49-F238E27FC236}">
                    <a16:creationId xmlns:a16="http://schemas.microsoft.com/office/drawing/2014/main" id="{0DD817A6-6C0F-4B1E-CE62-EC1A175F668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2536" name="Google Shape;140;p18">
              <a:extLst>
                <a:ext uri="{FF2B5EF4-FFF2-40B4-BE49-F238E27FC236}">
                  <a16:creationId xmlns:a16="http://schemas.microsoft.com/office/drawing/2014/main" id="{5BEF4039-C7FB-DEAA-8914-E503C7397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37" name="Google Shape;141;p18">
              <a:extLst>
                <a:ext uri="{FF2B5EF4-FFF2-40B4-BE49-F238E27FC236}">
                  <a16:creationId xmlns:a16="http://schemas.microsoft.com/office/drawing/2014/main" id="{20EB909A-4E75-357A-3568-64F39B09D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38" name="Google Shape;142;p18">
              <a:extLst>
                <a:ext uri="{FF2B5EF4-FFF2-40B4-BE49-F238E27FC236}">
                  <a16:creationId xmlns:a16="http://schemas.microsoft.com/office/drawing/2014/main" id="{168DFBF5-0C3C-67AE-7CDC-949FAF5C8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39" name="Google Shape;143;p18">
              <a:extLst>
                <a:ext uri="{FF2B5EF4-FFF2-40B4-BE49-F238E27FC236}">
                  <a16:creationId xmlns:a16="http://schemas.microsoft.com/office/drawing/2014/main" id="{8A22EB9D-BD96-8FD7-1D57-C912CF700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40" name="Google Shape;144;p18">
              <a:extLst>
                <a:ext uri="{FF2B5EF4-FFF2-40B4-BE49-F238E27FC236}">
                  <a16:creationId xmlns:a16="http://schemas.microsoft.com/office/drawing/2014/main" id="{379E0367-F1C9-84FA-F6BB-1826B3BD2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41" name="Google Shape;145;p18">
              <a:extLst>
                <a:ext uri="{FF2B5EF4-FFF2-40B4-BE49-F238E27FC236}">
                  <a16:creationId xmlns:a16="http://schemas.microsoft.com/office/drawing/2014/main" id="{7337A52E-BCF8-C387-603D-848AF3FA0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542" name="Google Shape;146;p18">
              <a:extLst>
                <a:ext uri="{FF2B5EF4-FFF2-40B4-BE49-F238E27FC236}">
                  <a16:creationId xmlns:a16="http://schemas.microsoft.com/office/drawing/2014/main" id="{567CC832-E157-B2FF-A91E-48BD60EE0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Google Shape;123;p18">
            <a:extLst>
              <a:ext uri="{FF2B5EF4-FFF2-40B4-BE49-F238E27FC236}">
                <a16:creationId xmlns:a16="http://schemas.microsoft.com/office/drawing/2014/main" id="{38D0B648-686E-3492-2C0C-F867F630D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1484313"/>
            <a:ext cx="3978275" cy="517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arboles;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Type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arbol = ^nodo;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tipo = ...;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nodo = record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dato: tipo;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HI: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HD: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end;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a:arbol;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….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End.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Google Shape;123;p18">
            <a:extLst>
              <a:ext uri="{FF2B5EF4-FFF2-40B4-BE49-F238E27FC236}">
                <a16:creationId xmlns:a16="http://schemas.microsoft.com/office/drawing/2014/main" id="{A4385A0E-3FA0-C640-83F9-682F025AE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1550" y="2119313"/>
            <a:ext cx="60166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3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</a:t>
            </a:r>
            <a:endParaRPr lang="es-AR" altLang="es-AR" sz="3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5FC04787-9C6C-90C2-782B-086504209CE7}"/>
              </a:ext>
            </a:extLst>
          </p:cNvPr>
          <p:cNvSpPr/>
          <p:nvPr/>
        </p:nvSpPr>
        <p:spPr>
          <a:xfrm>
            <a:off x="263525" y="260350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C86BE1B-D1FF-3093-0DAF-922FD64E6CC4}"/>
              </a:ext>
            </a:extLst>
          </p:cNvPr>
          <p:cNvSpPr txBox="1"/>
          <p:nvPr/>
        </p:nvSpPr>
        <p:spPr>
          <a:xfrm>
            <a:off x="407988" y="328613"/>
            <a:ext cx="11168062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200" b="1" dirty="0">
                <a:solidFill>
                  <a:schemeClr val="accent4"/>
                </a:solidFill>
                <a:latin typeface="Agency FB" panose="020B0503020202020204" pitchFamily="34" charset="0"/>
              </a:rPr>
              <a:t>Conceptos iniciales</a:t>
            </a: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- </a:t>
            </a: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4580" name="Google Shape;124;p18">
            <a:extLst>
              <a:ext uri="{FF2B5EF4-FFF2-40B4-BE49-F238E27FC236}">
                <a16:creationId xmlns:a16="http://schemas.microsoft.com/office/drawing/2014/main" id="{34AC856D-A25B-8F41-5146-0480F2B6F9D6}"/>
              </a:ext>
            </a:extLst>
          </p:cNvPr>
          <p:cNvGrpSpPr>
            <a:grpSpLocks/>
          </p:cNvGrpSpPr>
          <p:nvPr/>
        </p:nvGrpSpPr>
        <p:grpSpPr bwMode="auto">
          <a:xfrm>
            <a:off x="5808663" y="2276475"/>
            <a:ext cx="4659312" cy="2820988"/>
            <a:chOff x="497555" y="1412776"/>
            <a:chExt cx="4680520" cy="3024336"/>
          </a:xfrm>
        </p:grpSpPr>
        <p:grpSp>
          <p:nvGrpSpPr>
            <p:cNvPr id="24583" name="Google Shape;125;p18">
              <a:extLst>
                <a:ext uri="{FF2B5EF4-FFF2-40B4-BE49-F238E27FC236}">
                  <a16:creationId xmlns:a16="http://schemas.microsoft.com/office/drawing/2014/main" id="{B8494B6D-0BD4-4CCB-5297-5DEA867F9C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24591" name="Google Shape;126;p18">
                <a:extLst>
                  <a:ext uri="{FF2B5EF4-FFF2-40B4-BE49-F238E27FC236}">
                    <a16:creationId xmlns:a16="http://schemas.microsoft.com/office/drawing/2014/main" id="{4DC1F4E6-CE68-E781-45A9-D962F55DDB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24594" name="Google Shape;127;p18">
                  <a:extLst>
                    <a:ext uri="{FF2B5EF4-FFF2-40B4-BE49-F238E27FC236}">
                      <a16:creationId xmlns:a16="http://schemas.microsoft.com/office/drawing/2014/main" id="{28A45562-F0A4-0BC9-EEB5-24372A0C75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4595" name="Google Shape;128;p18">
                  <a:extLst>
                    <a:ext uri="{FF2B5EF4-FFF2-40B4-BE49-F238E27FC236}">
                      <a16:creationId xmlns:a16="http://schemas.microsoft.com/office/drawing/2014/main" id="{7D67F492-01C1-DC9A-7AB0-FCBBF83070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4596" name="Google Shape;129;p18">
                  <a:extLst>
                    <a:ext uri="{FF2B5EF4-FFF2-40B4-BE49-F238E27FC236}">
                      <a16:creationId xmlns:a16="http://schemas.microsoft.com/office/drawing/2014/main" id="{EA2BF609-C227-4E2B-6919-FB97628AA7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4597" name="Google Shape;130;p18">
                  <a:extLst>
                    <a:ext uri="{FF2B5EF4-FFF2-40B4-BE49-F238E27FC236}">
                      <a16:creationId xmlns:a16="http://schemas.microsoft.com/office/drawing/2014/main" id="{C5590886-FF92-1927-A6CC-190BCBBE7C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4598" name="Google Shape;131;p18">
                  <a:extLst>
                    <a:ext uri="{FF2B5EF4-FFF2-40B4-BE49-F238E27FC236}">
                      <a16:creationId xmlns:a16="http://schemas.microsoft.com/office/drawing/2014/main" id="{A5801766-ED81-51B0-AAF0-89422F57AA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4599" name="Google Shape;132;p18">
                  <a:extLst>
                    <a:ext uri="{FF2B5EF4-FFF2-40B4-BE49-F238E27FC236}">
                      <a16:creationId xmlns:a16="http://schemas.microsoft.com/office/drawing/2014/main" id="{D9496E30-D813-C067-D021-6F3480A942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24600" name="Google Shape;133;p18">
                  <a:extLst>
                    <a:ext uri="{FF2B5EF4-FFF2-40B4-BE49-F238E27FC236}">
                      <a16:creationId xmlns:a16="http://schemas.microsoft.com/office/drawing/2014/main" id="{A255F613-0ACA-7EA4-4E93-6279D191ADB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4601" name="Google Shape;134;p18">
                  <a:extLst>
                    <a:ext uri="{FF2B5EF4-FFF2-40B4-BE49-F238E27FC236}">
                      <a16:creationId xmlns:a16="http://schemas.microsoft.com/office/drawing/2014/main" id="{DF8FB469-561A-A5A9-433D-1E0573E6305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4602" name="Google Shape;135;p18">
                  <a:extLst>
                    <a:ext uri="{FF2B5EF4-FFF2-40B4-BE49-F238E27FC236}">
                      <a16:creationId xmlns:a16="http://schemas.microsoft.com/office/drawing/2014/main" id="{8397A97E-3820-1513-213E-7CB8CF4C754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4603" name="Google Shape;136;p18">
                  <a:extLst>
                    <a:ext uri="{FF2B5EF4-FFF2-40B4-BE49-F238E27FC236}">
                      <a16:creationId xmlns:a16="http://schemas.microsoft.com/office/drawing/2014/main" id="{01234F5A-B85E-EE25-AD32-6044C400808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4604" name="Google Shape;137;p18">
                  <a:extLst>
                    <a:ext uri="{FF2B5EF4-FFF2-40B4-BE49-F238E27FC236}">
                      <a16:creationId xmlns:a16="http://schemas.microsoft.com/office/drawing/2014/main" id="{30802E8F-5917-D46E-ECEA-2444714D7A8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4592" name="Google Shape;138;p18">
                <a:extLst>
                  <a:ext uri="{FF2B5EF4-FFF2-40B4-BE49-F238E27FC236}">
                    <a16:creationId xmlns:a16="http://schemas.microsoft.com/office/drawing/2014/main" id="{6126F43D-9CE8-2315-B175-550FDC6792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24593" name="Google Shape;139;p18">
                <a:extLst>
                  <a:ext uri="{FF2B5EF4-FFF2-40B4-BE49-F238E27FC236}">
                    <a16:creationId xmlns:a16="http://schemas.microsoft.com/office/drawing/2014/main" id="{F5F593F7-19D3-4235-CA5A-800D943C3E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4584" name="Google Shape;140;p18">
              <a:extLst>
                <a:ext uri="{FF2B5EF4-FFF2-40B4-BE49-F238E27FC236}">
                  <a16:creationId xmlns:a16="http://schemas.microsoft.com/office/drawing/2014/main" id="{D56CE72F-693C-64D0-C30C-5FA9956FC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585" name="Google Shape;141;p18">
              <a:extLst>
                <a:ext uri="{FF2B5EF4-FFF2-40B4-BE49-F238E27FC236}">
                  <a16:creationId xmlns:a16="http://schemas.microsoft.com/office/drawing/2014/main" id="{AF13D29C-1BAC-9EA0-1312-F4F0751A1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586" name="Google Shape;142;p18">
              <a:extLst>
                <a:ext uri="{FF2B5EF4-FFF2-40B4-BE49-F238E27FC236}">
                  <a16:creationId xmlns:a16="http://schemas.microsoft.com/office/drawing/2014/main" id="{EA55C0BC-BB78-A417-D5A3-53659CCED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587" name="Google Shape;143;p18">
              <a:extLst>
                <a:ext uri="{FF2B5EF4-FFF2-40B4-BE49-F238E27FC236}">
                  <a16:creationId xmlns:a16="http://schemas.microsoft.com/office/drawing/2014/main" id="{ED5A57F7-96E2-5151-D5B1-51C2C1DFE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588" name="Google Shape;144;p18">
              <a:extLst>
                <a:ext uri="{FF2B5EF4-FFF2-40B4-BE49-F238E27FC236}">
                  <a16:creationId xmlns:a16="http://schemas.microsoft.com/office/drawing/2014/main" id="{AA28B5CC-4459-0373-85DC-52459737C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589" name="Google Shape;145;p18">
              <a:extLst>
                <a:ext uri="{FF2B5EF4-FFF2-40B4-BE49-F238E27FC236}">
                  <a16:creationId xmlns:a16="http://schemas.microsoft.com/office/drawing/2014/main" id="{D0D5EFA4-D75A-A99E-C674-9FB7519FB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4590" name="Google Shape;146;p18">
              <a:extLst>
                <a:ext uri="{FF2B5EF4-FFF2-40B4-BE49-F238E27FC236}">
                  <a16:creationId xmlns:a16="http://schemas.microsoft.com/office/drawing/2014/main" id="{674D5A81-5EA9-BE7F-687F-DE06F9610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" name="Google Shape;123;p18">
            <a:extLst>
              <a:ext uri="{FF2B5EF4-FFF2-40B4-BE49-F238E27FC236}">
                <a16:creationId xmlns:a16="http://schemas.microsoft.com/office/drawing/2014/main" id="{3C76B93E-36A0-725F-DDFC-9049115FF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1498600"/>
            <a:ext cx="3978275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arboles;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Type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arbol = ^nodo;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tipo = ...;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nodo = record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dato: tipo;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HI: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HD: arbol;</a:t>
            </a:r>
            <a:endParaRPr lang="es-AR" altLang="es-AR" sz="22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end;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a:arbol;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a:= nil;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crear (a);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End.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Google Shape;123;p18">
            <a:extLst>
              <a:ext uri="{FF2B5EF4-FFF2-40B4-BE49-F238E27FC236}">
                <a16:creationId xmlns:a16="http://schemas.microsoft.com/office/drawing/2014/main" id="{2E74F35A-C848-E42C-CF17-2C850F267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1550" y="2119313"/>
            <a:ext cx="60166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3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</a:t>
            </a:r>
            <a:endParaRPr lang="es-AR" altLang="es-AR" sz="3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D3A24490-2821-96C7-1B7B-ECB5422E99F7}"/>
              </a:ext>
            </a:extLst>
          </p:cNvPr>
          <p:cNvSpPr/>
          <p:nvPr/>
        </p:nvSpPr>
        <p:spPr>
          <a:xfrm>
            <a:off x="263525" y="260350"/>
            <a:ext cx="11664950" cy="98583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208CDD-2649-66CC-ECE6-0BB1DC7F4762}"/>
              </a:ext>
            </a:extLst>
          </p:cNvPr>
          <p:cNvSpPr txBox="1"/>
          <p:nvPr/>
        </p:nvSpPr>
        <p:spPr>
          <a:xfrm>
            <a:off x="407988" y="328613"/>
            <a:ext cx="9471025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 - IMPRESION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grpSp>
        <p:nvGrpSpPr>
          <p:cNvPr id="26628" name="Google Shape;124;p18">
            <a:extLst>
              <a:ext uri="{FF2B5EF4-FFF2-40B4-BE49-F238E27FC236}">
                <a16:creationId xmlns:a16="http://schemas.microsoft.com/office/drawing/2014/main" id="{05D894F7-EE99-1779-1C7C-D615D54DD24E}"/>
              </a:ext>
            </a:extLst>
          </p:cNvPr>
          <p:cNvGrpSpPr>
            <a:grpSpLocks/>
          </p:cNvGrpSpPr>
          <p:nvPr/>
        </p:nvGrpSpPr>
        <p:grpSpPr bwMode="auto">
          <a:xfrm>
            <a:off x="550863" y="2017713"/>
            <a:ext cx="4659312" cy="2820987"/>
            <a:chOff x="497555" y="1412776"/>
            <a:chExt cx="4680520" cy="3024336"/>
          </a:xfrm>
        </p:grpSpPr>
        <p:grpSp>
          <p:nvGrpSpPr>
            <p:cNvPr id="26632" name="Google Shape;125;p18">
              <a:extLst>
                <a:ext uri="{FF2B5EF4-FFF2-40B4-BE49-F238E27FC236}">
                  <a16:creationId xmlns:a16="http://schemas.microsoft.com/office/drawing/2014/main" id="{D8C6D376-2537-B351-A163-EC5858FD6B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555" y="1412776"/>
              <a:ext cx="4680520" cy="3024336"/>
              <a:chOff x="839416" y="1700808"/>
              <a:chExt cx="3568700" cy="2423575"/>
            </a:xfrm>
          </p:grpSpPr>
          <p:grpSp>
            <p:nvGrpSpPr>
              <p:cNvPr id="26640" name="Google Shape;126;p18">
                <a:extLst>
                  <a:ext uri="{FF2B5EF4-FFF2-40B4-BE49-F238E27FC236}">
                    <a16:creationId xmlns:a16="http://schemas.microsoft.com/office/drawing/2014/main" id="{1F273D41-C5C8-CAA9-539E-56AD034F1D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416" y="1700808"/>
                <a:ext cx="3568700" cy="2360838"/>
                <a:chOff x="147639" y="1252014"/>
                <a:chExt cx="3567232" cy="2361884"/>
              </a:xfrm>
            </p:grpSpPr>
            <p:sp>
              <p:nvSpPr>
                <p:cNvPr id="26643" name="Google Shape;127;p18">
                  <a:extLst>
                    <a:ext uri="{FF2B5EF4-FFF2-40B4-BE49-F238E27FC236}">
                      <a16:creationId xmlns:a16="http://schemas.microsoft.com/office/drawing/2014/main" id="{7771B9F4-9601-95EA-2EA2-B2905A28B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77842" y="1252014"/>
                  <a:ext cx="545720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4" name="Google Shape;128;p18">
                  <a:extLst>
                    <a:ext uri="{FF2B5EF4-FFF2-40B4-BE49-F238E27FC236}">
                      <a16:creationId xmlns:a16="http://schemas.microsoft.com/office/drawing/2014/main" id="{3DF70770-2EC3-2052-6C8B-10452236B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25839" y="2153923"/>
                  <a:ext cx="54815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5" name="Google Shape;129;p18">
                  <a:extLst>
                    <a:ext uri="{FF2B5EF4-FFF2-40B4-BE49-F238E27FC236}">
                      <a16:creationId xmlns:a16="http://schemas.microsoft.com/office/drawing/2014/main" id="{D819B3E3-E5B8-F639-2127-4F336CF379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8896" y="2108896"/>
                  <a:ext cx="545719" cy="589448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6" name="Google Shape;130;p18">
                  <a:extLst>
                    <a:ext uri="{FF2B5EF4-FFF2-40B4-BE49-F238E27FC236}">
                      <a16:creationId xmlns:a16="http://schemas.microsoft.com/office/drawing/2014/main" id="{FE7D121D-22E5-3C5E-7A41-43D548457B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7639" y="3001255"/>
                  <a:ext cx="545719" cy="592177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7" name="Google Shape;131;p18">
                  <a:extLst>
                    <a:ext uri="{FF2B5EF4-FFF2-40B4-BE49-F238E27FC236}">
                      <a16:creationId xmlns:a16="http://schemas.microsoft.com/office/drawing/2014/main" id="{B10F83FE-3347-4E11-83D8-8B26414F58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7250" y="3008077"/>
                  <a:ext cx="545720" cy="590813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sp>
              <p:nvSpPr>
                <p:cNvPr id="26648" name="Google Shape;132;p18">
                  <a:extLst>
                    <a:ext uri="{FF2B5EF4-FFF2-40B4-BE49-F238E27FC236}">
                      <a16:creationId xmlns:a16="http://schemas.microsoft.com/office/drawing/2014/main" id="{AE8C31F5-E656-144A-DD3B-4B5B19FD5F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9152" y="3023086"/>
                  <a:ext cx="545719" cy="590812"/>
                </a:xfrm>
                <a:prstGeom prst="ellipse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45700" rIns="91425" bIns="45700" anchor="ctr"/>
                <a:lstStyle>
                  <a:lvl1pPr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buClr>
                      <a:srgbClr val="000000"/>
                    </a:buClr>
                    <a:buSzPts val="1800"/>
                    <a:buFont typeface="Arial" panose="020B0604020202020204" pitchFamily="34" charset="0"/>
                    <a:buNone/>
                  </a:pPr>
                  <a:endParaRPr lang="es-AR" altLang="es-AR">
                    <a:solidFill>
                      <a:srgbClr val="000000"/>
                    </a:solidFill>
                    <a:cs typeface="Tahoma" panose="020B0604030504040204" pitchFamily="34" charset="0"/>
                    <a:sym typeface="Tahoma" panose="020B0604030504040204" pitchFamily="34" charset="0"/>
                  </a:endParaRPr>
                </a:p>
              </p:txBody>
            </p:sp>
            <p:cxnSp>
              <p:nvCxnSpPr>
                <p:cNvPr id="26649" name="Google Shape;133;p18">
                  <a:extLst>
                    <a:ext uri="{FF2B5EF4-FFF2-40B4-BE49-F238E27FC236}">
                      <a16:creationId xmlns:a16="http://schemas.microsoft.com/office/drawing/2014/main" id="{F46EEBBE-843E-3A0D-279A-B17598677A8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1293772" y="1756865"/>
                  <a:ext cx="465503" cy="483020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50" name="Google Shape;134;p18">
                  <a:extLst>
                    <a:ext uri="{FF2B5EF4-FFF2-40B4-BE49-F238E27FC236}">
                      <a16:creationId xmlns:a16="http://schemas.microsoft.com/office/drawing/2014/main" id="{76CCFF5A-20C2-99A5-18CF-7B11BBED673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223562" y="1717295"/>
                  <a:ext cx="595552" cy="477562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51" name="Google Shape;135;p18">
                  <a:extLst>
                    <a:ext uri="{FF2B5EF4-FFF2-40B4-BE49-F238E27FC236}">
                      <a16:creationId xmlns:a16="http://schemas.microsoft.com/office/drawing/2014/main" id="{C2C570F2-DBAC-DD04-28D9-3C9023AA481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614357" y="2660139"/>
                  <a:ext cx="358546" cy="427076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52" name="Google Shape;136;p18">
                  <a:extLst>
                    <a:ext uri="{FF2B5EF4-FFF2-40B4-BE49-F238E27FC236}">
                      <a16:creationId xmlns:a16="http://schemas.microsoft.com/office/drawing/2014/main" id="{495419AF-E595-776C-B262-991A0E4B4D6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15649" y="2645130"/>
                  <a:ext cx="303853" cy="362947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653" name="Google Shape;137;p18">
                  <a:extLst>
                    <a:ext uri="{FF2B5EF4-FFF2-40B4-BE49-F238E27FC236}">
                      <a16:creationId xmlns:a16="http://schemas.microsoft.com/office/drawing/2014/main" id="{A22F2D20-E157-96D2-80F9-B4B0738B24F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017225" y="2702437"/>
                  <a:ext cx="305069" cy="361583"/>
                </a:xfrm>
                <a:prstGeom prst="straightConnector1">
                  <a:avLst/>
                </a:prstGeom>
                <a:noFill/>
                <a:ln w="57150">
                  <a:solidFill>
                    <a:srgbClr val="3B3838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26641" name="Google Shape;138;p18">
                <a:extLst>
                  <a:ext uri="{FF2B5EF4-FFF2-40B4-BE49-F238E27FC236}">
                    <a16:creationId xmlns:a16="http://schemas.microsoft.com/office/drawing/2014/main" id="{225E5764-BE99-F549-FF7F-7A783D57B4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738" y="3533833"/>
                <a:ext cx="547160" cy="590550"/>
              </a:xfrm>
              <a:prstGeom prst="ellipse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cxnSp>
            <p:nvCxnSpPr>
              <p:cNvPr id="26642" name="Google Shape;139;p18">
                <a:extLst>
                  <a:ext uri="{FF2B5EF4-FFF2-40B4-BE49-F238E27FC236}">
                    <a16:creationId xmlns:a16="http://schemas.microsoft.com/office/drawing/2014/main" id="{BCD22EA2-F841-0732-044B-9AC16E17A62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257864" y="3192869"/>
                <a:ext cx="357478" cy="426887"/>
              </a:xfrm>
              <a:prstGeom prst="straightConnector1">
                <a:avLst/>
              </a:prstGeom>
              <a:noFill/>
              <a:ln w="57150">
                <a:solidFill>
                  <a:srgbClr val="3B3838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6633" name="Google Shape;140;p18">
              <a:extLst>
                <a:ext uri="{FF2B5EF4-FFF2-40B4-BE49-F238E27FC236}">
                  <a16:creationId xmlns:a16="http://schemas.microsoft.com/office/drawing/2014/main" id="{DE0326D4-8BE9-E5CB-DD88-C647ECA6D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0849" y="15315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4" name="Google Shape;141;p18">
              <a:extLst>
                <a:ext uri="{FF2B5EF4-FFF2-40B4-BE49-F238E27FC236}">
                  <a16:creationId xmlns:a16="http://schemas.microsoft.com/office/drawing/2014/main" id="{348A3C4A-40A5-C9C2-AAFD-CEC956CEF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9641" y="2588463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24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5" name="Google Shape;142;p18">
              <a:extLst>
                <a:ext uri="{FF2B5EF4-FFF2-40B4-BE49-F238E27FC236}">
                  <a16:creationId xmlns:a16="http://schemas.microsoft.com/office/drawing/2014/main" id="{024EFEF9-B53E-7E9B-6BC0-E97DD9A79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750" y="3807150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6" name="Google Shape;143;p18">
              <a:extLst>
                <a:ext uri="{FF2B5EF4-FFF2-40B4-BE49-F238E27FC236}">
                  <a16:creationId xmlns:a16="http://schemas.microsoft.com/office/drawing/2014/main" id="{15BD2DCC-489C-378B-824A-055886A39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3580" y="3785014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30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7" name="Google Shape;144;p18">
              <a:extLst>
                <a:ext uri="{FF2B5EF4-FFF2-40B4-BE49-F238E27FC236}">
                  <a16:creationId xmlns:a16="http://schemas.microsoft.com/office/drawing/2014/main" id="{FF24D4C2-6DB0-AAEB-6463-BD6FA1BF8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401" y="266274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8" name="Google Shape;145;p18">
              <a:extLst>
                <a:ext uri="{FF2B5EF4-FFF2-40B4-BE49-F238E27FC236}">
                  <a16:creationId xmlns:a16="http://schemas.microsoft.com/office/drawing/2014/main" id="{7D01F053-C6C3-3D9D-2FA8-187B00E30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3841" y="3732688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6639" name="Google Shape;146;p18">
              <a:extLst>
                <a:ext uri="{FF2B5EF4-FFF2-40B4-BE49-F238E27FC236}">
                  <a16:creationId xmlns:a16="http://schemas.microsoft.com/office/drawing/2014/main" id="{35A62E13-E741-1682-8392-54516F570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05" y="3727872"/>
              <a:ext cx="538151" cy="461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just">
                <a:buClr>
                  <a:srgbClr val="000000"/>
                </a:buClr>
                <a:buSzPts val="2400"/>
                <a:buFont typeface="Consolas" panose="020B0609020204030204" pitchFamily="49" charset="0"/>
                <a:buNone/>
              </a:pPr>
              <a:r>
                <a:rPr lang="en-US" altLang="es-AR" sz="2400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7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893C31E-B43B-315D-E583-835D606CCDE9}"/>
              </a:ext>
            </a:extLst>
          </p:cNvPr>
          <p:cNvSpPr/>
          <p:nvPr/>
        </p:nvSpPr>
        <p:spPr>
          <a:xfrm>
            <a:off x="1200150" y="5373688"/>
            <a:ext cx="3382963" cy="863600"/>
          </a:xfrm>
          <a:prstGeom prst="rect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 dirty="0"/>
          </a:p>
        </p:txBody>
      </p:sp>
      <p:sp>
        <p:nvSpPr>
          <p:cNvPr id="26630" name="CuadroTexto 33">
            <a:extLst>
              <a:ext uri="{FF2B5EF4-FFF2-40B4-BE49-F238E27FC236}">
                <a16:creationId xmlns:a16="http://schemas.microsoft.com/office/drawing/2014/main" id="{9A732513-EB4E-268F-54E9-9BF22BC40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463" y="5434013"/>
            <a:ext cx="27590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s-ES" altLang="es-AR" sz="3600">
                <a:latin typeface="Agency FB" panose="020B0503020202020204" pitchFamily="34" charset="0"/>
              </a:rPr>
              <a:t>Cómo lo recorro?</a:t>
            </a:r>
            <a:endParaRPr lang="es-AR" altLang="es-AR" sz="3600">
              <a:latin typeface="Agency FB" panose="020B0503020202020204" pitchFamily="34" charset="0"/>
            </a:endParaRPr>
          </a:p>
        </p:txBody>
      </p:sp>
      <p:sp>
        <p:nvSpPr>
          <p:cNvPr id="58" name="Google Shape;123;p18">
            <a:extLst>
              <a:ext uri="{FF2B5EF4-FFF2-40B4-BE49-F238E27FC236}">
                <a16:creationId xmlns:a16="http://schemas.microsoft.com/office/drawing/2014/main" id="{7FF45983-B796-B171-5817-913B45085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550" y="1196975"/>
            <a:ext cx="5081588" cy="575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Programa arboles;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Type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arbol = ^nodo;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Tahoma" panose="020B0604030504040204" pitchFamily="34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nodo = record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dato: integer;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 HI: arbol;   HD: arbol;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  <a:sym typeface="Consolas" panose="020B0609020204030204" pitchFamily="49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     end;</a:t>
            </a:r>
            <a:endParaRPr lang="es-AR" altLang="es-AR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Var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000" b="1">
                <a:solidFill>
                  <a:srgbClr val="FFC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a:arbol;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a:= nil;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read (num);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while (num &lt;&gt; 0) do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agregar (a,num);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  read(num);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end;</a:t>
            </a: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  <a:sym typeface="Consolas" panose="020B0609020204030204" pitchFamily="49" charset="0"/>
              </a:rPr>
              <a:t>  enOrden(a);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just"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0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End.</a:t>
            </a:r>
            <a:endParaRPr lang="es-AR" altLang="es-AR" sz="200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diagonales redondeadas 5">
            <a:extLst>
              <a:ext uri="{FF2B5EF4-FFF2-40B4-BE49-F238E27FC236}">
                <a16:creationId xmlns:a16="http://schemas.microsoft.com/office/drawing/2014/main" id="{8934E4B5-934E-234E-26B5-4CD2BA973644}"/>
              </a:ext>
            </a:extLst>
          </p:cNvPr>
          <p:cNvSpPr/>
          <p:nvPr/>
        </p:nvSpPr>
        <p:spPr>
          <a:xfrm>
            <a:off x="263525" y="260350"/>
            <a:ext cx="11664950" cy="98583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3FEB4ED-C01F-F7D5-7440-5EBC885D4949}"/>
              </a:ext>
            </a:extLst>
          </p:cNvPr>
          <p:cNvSpPr txBox="1"/>
          <p:nvPr/>
        </p:nvSpPr>
        <p:spPr>
          <a:xfrm>
            <a:off x="407988" y="328613"/>
            <a:ext cx="9471025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5400" b="1" dirty="0" err="1">
                <a:solidFill>
                  <a:schemeClr val="accent4"/>
                </a:solidFill>
                <a:latin typeface="Agency FB" panose="020B0503020202020204" pitchFamily="34" charset="0"/>
              </a:rPr>
              <a:t>Arbol</a:t>
            </a:r>
            <a:r>
              <a:rPr lang="es-ES" sz="5400" b="1" dirty="0">
                <a:solidFill>
                  <a:schemeClr val="accent4"/>
                </a:solidFill>
                <a:latin typeface="Agency FB" panose="020B0503020202020204" pitchFamily="34" charset="0"/>
              </a:rPr>
              <a:t> Binario de Búsqueda - IMPRESION</a:t>
            </a:r>
            <a:endParaRPr lang="es-AR" sz="54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27652" name="Google Shape;342;p24">
            <a:extLst>
              <a:ext uri="{FF2B5EF4-FFF2-40B4-BE49-F238E27FC236}">
                <a16:creationId xmlns:a16="http://schemas.microsoft.com/office/drawing/2014/main" id="{53936C13-203E-E1AA-9F21-895705475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1477963"/>
            <a:ext cx="5467350" cy="345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25" rIns="92075" bIns="46025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Procedure</a:t>
            </a: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</a:t>
            </a:r>
            <a:r>
              <a:rPr lang="en-US" altLang="es-AR" sz="22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enOrden</a:t>
            </a: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(a:arbol );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begin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</a:t>
            </a:r>
            <a:r>
              <a:rPr lang="en-US" altLang="es-AR" sz="2200" b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if</a:t>
            </a: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( a&lt;&gt; nil ) </a:t>
            </a:r>
            <a:r>
              <a:rPr lang="en-US" altLang="es-AR" sz="2200" b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then begin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</a:t>
            </a:r>
            <a:r>
              <a:rPr lang="en-US" altLang="es-AR" sz="22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enOrden</a:t>
            </a: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(a^.HI);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write (a^.dato);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 </a:t>
            </a:r>
            <a:r>
              <a:rPr lang="en-US" altLang="es-AR" sz="2200" b="1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enOrden</a:t>
            </a: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(a^.HD);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   </a:t>
            </a:r>
            <a:r>
              <a:rPr lang="en-US" altLang="es-AR" sz="2200" b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 b="1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end;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653" name="Google Shape;359;p24">
            <a:extLst>
              <a:ext uri="{FF2B5EF4-FFF2-40B4-BE49-F238E27FC236}">
                <a16:creationId xmlns:a16="http://schemas.microsoft.com/office/drawing/2014/main" id="{07E6BE6E-A0F7-715E-811E-84BA8D6D6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6838" y="2781300"/>
            <a:ext cx="601663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</a:t>
            </a:r>
            <a:endParaRPr lang="es-AR" altLang="es-AR" sz="1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2</a:t>
            </a:r>
            <a:endParaRPr lang="es-AR" altLang="es-AR" sz="1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>
              <a:buClr>
                <a:srgbClr val="FF0066"/>
              </a:buClr>
              <a:buSzPts val="2200"/>
              <a:buFont typeface="Consolas" panose="020B0609020204030204" pitchFamily="49" charset="0"/>
              <a:buNone/>
            </a:pPr>
            <a:r>
              <a:rPr lang="en-US" altLang="es-AR" sz="2200">
                <a:solidFill>
                  <a:srgbClr val="FF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3</a:t>
            </a:r>
            <a:endParaRPr lang="es-AR" altLang="es-AR" sz="14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7654" name="Google Shape;343;p24">
            <a:extLst>
              <a:ext uri="{FF2B5EF4-FFF2-40B4-BE49-F238E27FC236}">
                <a16:creationId xmlns:a16="http://schemas.microsoft.com/office/drawing/2014/main" id="{A2FA26D6-4545-BB0D-361C-6556BC877389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773238"/>
            <a:ext cx="1376363" cy="1485900"/>
            <a:chOff x="9789542" y="2581275"/>
            <a:chExt cx="1376933" cy="1485900"/>
          </a:xfrm>
        </p:grpSpPr>
        <p:sp>
          <p:nvSpPr>
            <p:cNvPr id="27714" name="Google Shape;344;p24">
              <a:extLst>
                <a:ext uri="{FF2B5EF4-FFF2-40B4-BE49-F238E27FC236}">
                  <a16:creationId xmlns:a16="http://schemas.microsoft.com/office/drawing/2014/main" id="{0ED151A3-8FEC-D99A-6CFA-FC3CB3010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7200" y="3475038"/>
              <a:ext cx="546100" cy="592137"/>
            </a:xfrm>
            <a:prstGeom prst="ellipse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715" name="Google Shape;345;p24">
              <a:extLst>
                <a:ext uri="{FF2B5EF4-FFF2-40B4-BE49-F238E27FC236}">
                  <a16:creationId xmlns:a16="http://schemas.microsoft.com/office/drawing/2014/main" id="{ED443579-2F91-C6EA-18F9-1C3679C99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0375" y="3595688"/>
              <a:ext cx="546100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Clr>
                  <a:srgbClr val="595959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595959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18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27716" name="Google Shape;346;p24">
              <a:extLst>
                <a:ext uri="{FF2B5EF4-FFF2-40B4-BE49-F238E27FC236}">
                  <a16:creationId xmlns:a16="http://schemas.microsoft.com/office/drawing/2014/main" id="{359E2175-9237-3575-B919-F015493A36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94950" y="3103563"/>
              <a:ext cx="304800" cy="363537"/>
            </a:xfrm>
            <a:prstGeom prst="straightConnector1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7717" name="Google Shape;347;p24">
              <a:extLst>
                <a:ext uri="{FF2B5EF4-FFF2-40B4-BE49-F238E27FC236}">
                  <a16:creationId xmlns:a16="http://schemas.microsoft.com/office/drawing/2014/main" id="{919F27BA-A9F6-798B-4BDF-CD7F000CE5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9542" y="2581275"/>
              <a:ext cx="1057846" cy="631825"/>
              <a:chOff x="9789542" y="2581275"/>
              <a:chExt cx="1057846" cy="631825"/>
            </a:xfrm>
          </p:grpSpPr>
          <p:sp>
            <p:nvSpPr>
              <p:cNvPr id="27718" name="Google Shape;348;p24">
                <a:extLst>
                  <a:ext uri="{FF2B5EF4-FFF2-40B4-BE49-F238E27FC236}">
                    <a16:creationId xmlns:a16="http://schemas.microsoft.com/office/drawing/2014/main" id="{85920334-3A78-06DA-D8B2-DADE58B98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13925" y="2620963"/>
                <a:ext cx="547688" cy="592137"/>
              </a:xfrm>
              <a:prstGeom prst="ellipse">
                <a:avLst/>
              </a:prstGeom>
              <a:noFill/>
              <a:ln w="57150">
                <a:solidFill>
                  <a:srgbClr val="2F5597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45700" rIns="91425" bIns="45700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buClr>
                    <a:srgbClr val="000000"/>
                  </a:buClr>
                  <a:buSzPts val="1800"/>
                  <a:buFont typeface="Arial" panose="020B0604020202020204" pitchFamily="34" charset="0"/>
                  <a:buNone/>
                </a:pPr>
                <a:endParaRPr lang="es-AR" altLang="es-AR">
                  <a:solidFill>
                    <a:srgbClr val="000000"/>
                  </a:solidFill>
                  <a:cs typeface="Tahoma" panose="020B0604030504040204" pitchFamily="34" charset="0"/>
                  <a:sym typeface="Tahoma" panose="020B0604030504040204" pitchFamily="34" charset="0"/>
                </a:endParaRPr>
              </a:p>
            </p:txBody>
          </p:sp>
          <p:sp>
            <p:nvSpPr>
              <p:cNvPr id="27719" name="Google Shape;349;p24">
                <a:extLst>
                  <a:ext uri="{FF2B5EF4-FFF2-40B4-BE49-F238E27FC236}">
                    <a16:creationId xmlns:a16="http://schemas.microsoft.com/office/drawing/2014/main" id="{BB52E451-D01D-75E0-75E0-CD3038FDC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89542" y="2741613"/>
                <a:ext cx="626938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15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27720" name="Google Shape;350;p24">
                <a:extLst>
                  <a:ext uri="{FF2B5EF4-FFF2-40B4-BE49-F238E27FC236}">
                    <a16:creationId xmlns:a16="http://schemas.microsoft.com/office/drawing/2014/main" id="{DE816943-11CF-57BD-9345-F0436398E4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13988" y="2581275"/>
                <a:ext cx="533400" cy="454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45700" rIns="91425" bIns="45700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  <a:buClr>
                    <a:srgbClr val="595959"/>
                  </a:buClr>
                  <a:buSzPts val="2200"/>
                  <a:buFont typeface="Consolas" panose="020B0609020204030204" pitchFamily="49" charset="0"/>
                  <a:buNone/>
                </a:pPr>
                <a:r>
                  <a:rPr lang="en-US" altLang="es-AR" sz="2200" b="1">
                    <a:solidFill>
                      <a:srgbClr val="595959"/>
                    </a:solidFill>
                    <a:latin typeface="Consolas" panose="020B0609020204030204" pitchFamily="49" charset="0"/>
                    <a:ea typeface="Consolas" panose="020B0609020204030204" pitchFamily="49" charset="0"/>
                    <a:cs typeface="Consolas" panose="020B0609020204030204" pitchFamily="49" charset="0"/>
                    <a:sym typeface="Consolas" panose="020B0609020204030204" pitchFamily="49" charset="0"/>
                  </a:rPr>
                  <a:t>A</a:t>
                </a:r>
                <a:endParaRPr lang="es-AR" altLang="es-AR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7655" name="Google Shape;351;p24">
            <a:extLst>
              <a:ext uri="{FF2B5EF4-FFF2-40B4-BE49-F238E27FC236}">
                <a16:creationId xmlns:a16="http://schemas.microsoft.com/office/drawing/2014/main" id="{B6DB9A97-31D8-B07E-E4A0-12BBB82AAF90}"/>
              </a:ext>
            </a:extLst>
          </p:cNvPr>
          <p:cNvGrpSpPr>
            <a:grpSpLocks/>
          </p:cNvGrpSpPr>
          <p:nvPr/>
        </p:nvGrpSpPr>
        <p:grpSpPr bwMode="auto">
          <a:xfrm>
            <a:off x="6808788" y="3221038"/>
            <a:ext cx="792162" cy="1016000"/>
            <a:chOff x="11202988" y="4022725"/>
            <a:chExt cx="792162" cy="1016000"/>
          </a:xfrm>
        </p:grpSpPr>
        <p:sp>
          <p:nvSpPr>
            <p:cNvPr id="27711" name="Google Shape;352;p24">
              <a:extLst>
                <a:ext uri="{FF2B5EF4-FFF2-40B4-BE49-F238E27FC236}">
                  <a16:creationId xmlns:a16="http://schemas.microsoft.com/office/drawing/2014/main" id="{ABBBEBE1-A461-C484-A7F0-1053CA5C1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8413" y="4516438"/>
              <a:ext cx="546100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Clr>
                  <a:srgbClr val="595959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595959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22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27712" name="Google Shape;353;p24">
              <a:extLst>
                <a:ext uri="{FF2B5EF4-FFF2-40B4-BE49-F238E27FC236}">
                  <a16:creationId xmlns:a16="http://schemas.microsoft.com/office/drawing/2014/main" id="{063129F7-2A14-A02F-6D2F-6B094E122F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02988" y="4022725"/>
              <a:ext cx="304800" cy="363538"/>
            </a:xfrm>
            <a:prstGeom prst="straightConnector1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13" name="Google Shape;354;p24">
              <a:extLst>
                <a:ext uri="{FF2B5EF4-FFF2-40B4-BE49-F238E27FC236}">
                  <a16:creationId xmlns:a16="http://schemas.microsoft.com/office/drawing/2014/main" id="{8369208A-4AC8-A3B3-84E1-867819704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4446588"/>
              <a:ext cx="546100" cy="592137"/>
            </a:xfrm>
            <a:prstGeom prst="ellipse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27656" name="Google Shape;355;p24">
            <a:extLst>
              <a:ext uri="{FF2B5EF4-FFF2-40B4-BE49-F238E27FC236}">
                <a16:creationId xmlns:a16="http://schemas.microsoft.com/office/drawing/2014/main" id="{53B8519A-D090-6651-37CB-BCEEDECAFA1F}"/>
              </a:ext>
            </a:extLst>
          </p:cNvPr>
          <p:cNvGrpSpPr>
            <a:grpSpLocks/>
          </p:cNvGrpSpPr>
          <p:nvPr/>
        </p:nvGrpSpPr>
        <p:grpSpPr bwMode="auto">
          <a:xfrm>
            <a:off x="4727575" y="2216150"/>
            <a:ext cx="654050" cy="1143000"/>
            <a:chOff x="3630613" y="4581981"/>
            <a:chExt cx="654050" cy="1143000"/>
          </a:xfrm>
        </p:grpSpPr>
        <p:sp>
          <p:nvSpPr>
            <p:cNvPr id="27708" name="Google Shape;356;p24">
              <a:extLst>
                <a:ext uri="{FF2B5EF4-FFF2-40B4-BE49-F238E27FC236}">
                  <a16:creationId xmlns:a16="http://schemas.microsoft.com/office/drawing/2014/main" id="{E732ABEF-DECE-937D-107C-9FD987116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663" y="5182056"/>
              <a:ext cx="546100" cy="542925"/>
            </a:xfrm>
            <a:prstGeom prst="ellipse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cxnSp>
          <p:nvCxnSpPr>
            <p:cNvPr id="27709" name="Google Shape;357;p24">
              <a:extLst>
                <a:ext uri="{FF2B5EF4-FFF2-40B4-BE49-F238E27FC236}">
                  <a16:creationId xmlns:a16="http://schemas.microsoft.com/office/drawing/2014/main" id="{32C6ADF2-61CB-3C39-8B19-7CFF8507B4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84625" y="4581981"/>
              <a:ext cx="300038" cy="476250"/>
            </a:xfrm>
            <a:prstGeom prst="straightConnector1">
              <a:avLst/>
            </a:prstGeom>
            <a:noFill/>
            <a:ln w="57150">
              <a:solidFill>
                <a:srgbClr val="2F5597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10" name="Google Shape;358;p24">
              <a:extLst>
                <a:ext uri="{FF2B5EF4-FFF2-40B4-BE49-F238E27FC236}">
                  <a16:creationId xmlns:a16="http://schemas.microsoft.com/office/drawing/2014/main" id="{541B3802-E05F-4B77-F658-EC5834CE0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613" y="5302706"/>
              <a:ext cx="546100" cy="417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buClr>
                  <a:srgbClr val="595959"/>
                </a:buClr>
                <a:buSzPts val="2200"/>
                <a:buFont typeface="Consolas" panose="020B0609020204030204" pitchFamily="49" charset="0"/>
                <a:buNone/>
              </a:pPr>
              <a:r>
                <a:rPr lang="en-US" altLang="es-AR" sz="2200" b="1">
                  <a:solidFill>
                    <a:srgbClr val="595959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48137" name="Google Shape;360;p24">
            <a:extLst>
              <a:ext uri="{FF2B5EF4-FFF2-40B4-BE49-F238E27FC236}">
                <a16:creationId xmlns:a16="http://schemas.microsoft.com/office/drawing/2014/main" id="{94C2A412-64B9-CBFD-4068-39096584B2D6}"/>
              </a:ext>
            </a:extLst>
          </p:cNvPr>
          <p:cNvGrpSpPr>
            <a:grpSpLocks/>
          </p:cNvGrpSpPr>
          <p:nvPr/>
        </p:nvGrpSpPr>
        <p:grpSpPr bwMode="auto">
          <a:xfrm>
            <a:off x="9126538" y="1196975"/>
            <a:ext cx="1803400" cy="1036638"/>
            <a:chOff x="9126538" y="1197363"/>
            <a:chExt cx="1803400" cy="1036250"/>
          </a:xfrm>
        </p:grpSpPr>
        <p:sp>
          <p:nvSpPr>
            <p:cNvPr id="27706" name="Google Shape;361;p24">
              <a:extLst>
                <a:ext uri="{FF2B5EF4-FFF2-40B4-BE49-F238E27FC236}">
                  <a16:creationId xmlns:a16="http://schemas.microsoft.com/office/drawing/2014/main" id="{00868DBA-B31A-7640-C8E3-23A9CF4F6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6538" y="1198950"/>
              <a:ext cx="1803400" cy="1034663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707" name="Google Shape;362;p24">
              <a:extLst>
                <a:ext uri="{FF2B5EF4-FFF2-40B4-BE49-F238E27FC236}">
                  <a16:creationId xmlns:a16="http://schemas.microsoft.com/office/drawing/2014/main" id="{811D4855-9EA3-96A1-B373-0A10D1876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2888" y="1197363"/>
              <a:ext cx="817562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a=15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HD=18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69" name="Google Shape;363;p24">
            <a:extLst>
              <a:ext uri="{FF2B5EF4-FFF2-40B4-BE49-F238E27FC236}">
                <a16:creationId xmlns:a16="http://schemas.microsoft.com/office/drawing/2014/main" id="{9ECE031E-C128-68A4-8340-18044ADF7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7325" y="1498600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2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8139" name="Google Shape;364;p24">
            <a:extLst>
              <a:ext uri="{FF2B5EF4-FFF2-40B4-BE49-F238E27FC236}">
                <a16:creationId xmlns:a16="http://schemas.microsoft.com/office/drawing/2014/main" id="{60F00B78-7F20-0E09-6C2B-BAD0C55729EC}"/>
              </a:ext>
            </a:extLst>
          </p:cNvPr>
          <p:cNvGrpSpPr>
            <a:grpSpLocks/>
          </p:cNvGrpSpPr>
          <p:nvPr/>
        </p:nvGrpSpPr>
        <p:grpSpPr bwMode="auto">
          <a:xfrm>
            <a:off x="7932738" y="2706688"/>
            <a:ext cx="1803400" cy="1035050"/>
            <a:chOff x="7937500" y="2706613"/>
            <a:chExt cx="1803400" cy="1035050"/>
          </a:xfrm>
        </p:grpSpPr>
        <p:sp>
          <p:nvSpPr>
            <p:cNvPr id="27704" name="Google Shape;365;p24">
              <a:extLst>
                <a:ext uri="{FF2B5EF4-FFF2-40B4-BE49-F238E27FC236}">
                  <a16:creationId xmlns:a16="http://schemas.microsoft.com/office/drawing/2014/main" id="{BDC25215-A9FC-480D-A83C-2D2CCEEF9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7500" y="2706613"/>
              <a:ext cx="1803400" cy="1035050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705" name="Google Shape;366;p24">
              <a:extLst>
                <a:ext uri="{FF2B5EF4-FFF2-40B4-BE49-F238E27FC236}">
                  <a16:creationId xmlns:a16="http://schemas.microsoft.com/office/drawing/2014/main" id="{BA30121D-D725-2942-CABF-A7EF3C405F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3850" y="2706613"/>
              <a:ext cx="944563" cy="92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a=6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73" name="Google Shape;367;p24">
            <a:extLst>
              <a:ext uri="{FF2B5EF4-FFF2-40B4-BE49-F238E27FC236}">
                <a16:creationId xmlns:a16="http://schemas.microsoft.com/office/drawing/2014/main" id="{9E9B78FF-E55B-6F4D-FDB7-642577681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0" y="300513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8141" name="Google Shape;368;p24">
            <a:extLst>
              <a:ext uri="{FF2B5EF4-FFF2-40B4-BE49-F238E27FC236}">
                <a16:creationId xmlns:a16="http://schemas.microsoft.com/office/drawing/2014/main" id="{8E5DACE1-174B-1148-C3FE-BFD1F18C77B1}"/>
              </a:ext>
            </a:extLst>
          </p:cNvPr>
          <p:cNvGrpSpPr>
            <a:grpSpLocks/>
          </p:cNvGrpSpPr>
          <p:nvPr/>
        </p:nvGrpSpPr>
        <p:grpSpPr bwMode="auto">
          <a:xfrm>
            <a:off x="4511675" y="4595813"/>
            <a:ext cx="1803400" cy="1035050"/>
            <a:chOff x="4511824" y="4595813"/>
            <a:chExt cx="1803400" cy="1035050"/>
          </a:xfrm>
        </p:grpSpPr>
        <p:sp>
          <p:nvSpPr>
            <p:cNvPr id="27702" name="Google Shape;369;p24">
              <a:extLst>
                <a:ext uri="{FF2B5EF4-FFF2-40B4-BE49-F238E27FC236}">
                  <a16:creationId xmlns:a16="http://schemas.microsoft.com/office/drawing/2014/main" id="{DB366A64-2662-1A85-74DB-230CEBB97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824" y="4595813"/>
              <a:ext cx="1803400" cy="1035050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703" name="Google Shape;370;p24">
              <a:extLst>
                <a:ext uri="{FF2B5EF4-FFF2-40B4-BE49-F238E27FC236}">
                  <a16:creationId xmlns:a16="http://schemas.microsoft.com/office/drawing/2014/main" id="{14F2B49E-B8AF-2BE4-E070-ECA67F786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4523" y="4595813"/>
              <a:ext cx="944563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77" name="Google Shape;371;p24">
            <a:extLst>
              <a:ext uri="{FF2B5EF4-FFF2-40B4-BE49-F238E27FC236}">
                <a16:creationId xmlns:a16="http://schemas.microsoft.com/office/drawing/2014/main" id="{D38A3943-C59E-E8C6-65AB-72EC848DD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9738" y="4616450"/>
            <a:ext cx="76835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No hace nada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8" name="Google Shape;372;p24">
            <a:extLst>
              <a:ext uri="{FF2B5EF4-FFF2-40B4-BE49-F238E27FC236}">
                <a16:creationId xmlns:a16="http://schemas.microsoft.com/office/drawing/2014/main" id="{C0A35399-AD36-F244-0582-DF58790F5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0863" y="3851275"/>
            <a:ext cx="1323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Imprime 6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Google Shape;373;p24">
            <a:extLst>
              <a:ext uri="{FF2B5EF4-FFF2-40B4-BE49-F238E27FC236}">
                <a16:creationId xmlns:a16="http://schemas.microsoft.com/office/drawing/2014/main" id="{1DB5505C-5696-D6F4-6384-0934D6F7E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40838" y="300513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2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8145" name="Google Shape;374;p24">
            <a:extLst>
              <a:ext uri="{FF2B5EF4-FFF2-40B4-BE49-F238E27FC236}">
                <a16:creationId xmlns:a16="http://schemas.microsoft.com/office/drawing/2014/main" id="{C8F67291-BF17-29F7-E477-C88F51A3E933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4579938"/>
            <a:ext cx="1801813" cy="1035050"/>
            <a:chOff x="6504136" y="4576763"/>
            <a:chExt cx="1801812" cy="1035050"/>
          </a:xfrm>
        </p:grpSpPr>
        <p:sp>
          <p:nvSpPr>
            <p:cNvPr id="27700" name="Google Shape;375;p24">
              <a:extLst>
                <a:ext uri="{FF2B5EF4-FFF2-40B4-BE49-F238E27FC236}">
                  <a16:creationId xmlns:a16="http://schemas.microsoft.com/office/drawing/2014/main" id="{0E598C29-CA2F-CBC1-C6FC-B2EB3A563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4136" y="4576763"/>
              <a:ext cx="1801812" cy="1035050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701" name="Google Shape;376;p24">
              <a:extLst>
                <a:ext uri="{FF2B5EF4-FFF2-40B4-BE49-F238E27FC236}">
                  <a16:creationId xmlns:a16="http://schemas.microsoft.com/office/drawing/2014/main" id="{CDB0AD3B-BA65-E8DD-F8BC-502E6C052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5724" y="4576763"/>
              <a:ext cx="944562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83" name="Google Shape;377;p24">
            <a:extLst>
              <a:ext uri="{FF2B5EF4-FFF2-40B4-BE49-F238E27FC236}">
                <a16:creationId xmlns:a16="http://schemas.microsoft.com/office/drawing/2014/main" id="{C9F13FF0-1871-6FA9-057F-08B0E3F3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4113" y="4598988"/>
            <a:ext cx="7699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No hace nada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Google Shape;378;p24">
            <a:extLst>
              <a:ext uri="{FF2B5EF4-FFF2-40B4-BE49-F238E27FC236}">
                <a16:creationId xmlns:a16="http://schemas.microsoft.com/office/drawing/2014/main" id="{F5FD8628-59DC-0AAA-A118-755D2DEF0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6575" y="301783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3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Google Shape;379;p24">
            <a:extLst>
              <a:ext uri="{FF2B5EF4-FFF2-40B4-BE49-F238E27FC236}">
                <a16:creationId xmlns:a16="http://schemas.microsoft.com/office/drawing/2014/main" id="{2CE2C1FB-E7EE-6F4D-5695-BA3EA6D41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6813" y="1506538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6" name="Google Shape;380;p24">
            <a:extLst>
              <a:ext uri="{FF2B5EF4-FFF2-40B4-BE49-F238E27FC236}">
                <a16:creationId xmlns:a16="http://schemas.microsoft.com/office/drawing/2014/main" id="{558449C9-1682-B145-94F0-A2DF5B435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6188" y="2171700"/>
            <a:ext cx="1450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Imprime 15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8150" name="Google Shape;381;p24">
            <a:extLst>
              <a:ext uri="{FF2B5EF4-FFF2-40B4-BE49-F238E27FC236}">
                <a16:creationId xmlns:a16="http://schemas.microsoft.com/office/drawing/2014/main" id="{237B3A78-41BC-A7E0-DEEB-1C9AAE56886D}"/>
              </a:ext>
            </a:extLst>
          </p:cNvPr>
          <p:cNvGrpSpPr>
            <a:grpSpLocks/>
          </p:cNvGrpSpPr>
          <p:nvPr/>
        </p:nvGrpSpPr>
        <p:grpSpPr bwMode="auto">
          <a:xfrm>
            <a:off x="10225088" y="2705100"/>
            <a:ext cx="1801812" cy="1035050"/>
            <a:chOff x="10225088" y="2705026"/>
            <a:chExt cx="1801812" cy="1035050"/>
          </a:xfrm>
        </p:grpSpPr>
        <p:sp>
          <p:nvSpPr>
            <p:cNvPr id="27698" name="Google Shape;382;p24">
              <a:extLst>
                <a:ext uri="{FF2B5EF4-FFF2-40B4-BE49-F238E27FC236}">
                  <a16:creationId xmlns:a16="http://schemas.microsoft.com/office/drawing/2014/main" id="{2B20CFA1-90F5-FA29-C776-974CDD967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25088" y="2705026"/>
              <a:ext cx="1801812" cy="1035050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699" name="Google Shape;383;p24">
              <a:extLst>
                <a:ext uri="{FF2B5EF4-FFF2-40B4-BE49-F238E27FC236}">
                  <a16:creationId xmlns:a16="http://schemas.microsoft.com/office/drawing/2014/main" id="{64E9534F-EE7A-15CD-E4BA-CF2C90B21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1438" y="2705026"/>
              <a:ext cx="944562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a=18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90" name="Google Shape;384;p24">
            <a:extLst>
              <a:ext uri="{FF2B5EF4-FFF2-40B4-BE49-F238E27FC236}">
                <a16:creationId xmlns:a16="http://schemas.microsoft.com/office/drawing/2014/main" id="{53BF4511-D7FB-A9BB-B11A-C8BA563E9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2213" y="3005138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Google Shape;385;p24">
            <a:extLst>
              <a:ext uri="{FF2B5EF4-FFF2-40B4-BE49-F238E27FC236}">
                <a16:creationId xmlns:a16="http://schemas.microsoft.com/office/drawing/2014/main" id="{C4F2729A-F2DF-F16D-BEBB-998249D3C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58450" y="3851275"/>
            <a:ext cx="1450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Imprime 18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2" name="Google Shape;386;p24">
            <a:extLst>
              <a:ext uri="{FF2B5EF4-FFF2-40B4-BE49-F238E27FC236}">
                <a16:creationId xmlns:a16="http://schemas.microsoft.com/office/drawing/2014/main" id="{B65D93D8-173A-DD1B-B3A4-2BA0FA106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45888" y="3005138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2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3" name="Google Shape;387;p24">
            <a:extLst>
              <a:ext uri="{FF2B5EF4-FFF2-40B4-BE49-F238E27FC236}">
                <a16:creationId xmlns:a16="http://schemas.microsoft.com/office/drawing/2014/main" id="{3952591B-5C23-D99C-26F8-FFD882A7E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1788" y="3006725"/>
            <a:ext cx="31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3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8155" name="Google Shape;388;p24">
            <a:extLst>
              <a:ext uri="{FF2B5EF4-FFF2-40B4-BE49-F238E27FC236}">
                <a16:creationId xmlns:a16="http://schemas.microsoft.com/office/drawing/2014/main" id="{E355439D-DC20-230C-E26B-5032205C87AD}"/>
              </a:ext>
            </a:extLst>
          </p:cNvPr>
          <p:cNvGrpSpPr>
            <a:grpSpLocks/>
          </p:cNvGrpSpPr>
          <p:nvPr/>
        </p:nvGrpSpPr>
        <p:grpSpPr bwMode="auto">
          <a:xfrm>
            <a:off x="10363200" y="4559300"/>
            <a:ext cx="1803400" cy="1035050"/>
            <a:chOff x="10363278" y="4554190"/>
            <a:chExt cx="1803400" cy="1035050"/>
          </a:xfrm>
        </p:grpSpPr>
        <p:sp>
          <p:nvSpPr>
            <p:cNvPr id="27696" name="Google Shape;389;p24">
              <a:extLst>
                <a:ext uri="{FF2B5EF4-FFF2-40B4-BE49-F238E27FC236}">
                  <a16:creationId xmlns:a16="http://schemas.microsoft.com/office/drawing/2014/main" id="{301785A0-6DDA-6B6C-4CEE-8BF51D623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63278" y="4554190"/>
              <a:ext cx="1803400" cy="1035050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697" name="Google Shape;390;p24">
              <a:extLst>
                <a:ext uri="{FF2B5EF4-FFF2-40B4-BE49-F238E27FC236}">
                  <a16:creationId xmlns:a16="http://schemas.microsoft.com/office/drawing/2014/main" id="{86EF8D0A-E66C-9060-05EB-EF4836A2B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69628" y="4554190"/>
              <a:ext cx="944563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a=22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97" name="Google Shape;391;p24">
            <a:extLst>
              <a:ext uri="{FF2B5EF4-FFF2-40B4-BE49-F238E27FC236}">
                <a16:creationId xmlns:a16="http://schemas.microsoft.com/office/drawing/2014/main" id="{6C0A6506-CD1D-36DC-879C-C208B7BF5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7163" y="4859338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2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8" name="Google Shape;392;p24">
            <a:extLst>
              <a:ext uri="{FF2B5EF4-FFF2-40B4-BE49-F238E27FC236}">
                <a16:creationId xmlns:a16="http://schemas.microsoft.com/office/drawing/2014/main" id="{65AD39B9-C568-022C-D72F-6A85B5F17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4338" y="5680075"/>
            <a:ext cx="1450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000000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>
                <a:solidFill>
                  <a:srgbClr val="000000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Imprime 22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9" name="Google Shape;393;p24">
            <a:extLst>
              <a:ext uri="{FF2B5EF4-FFF2-40B4-BE49-F238E27FC236}">
                <a16:creationId xmlns:a16="http://schemas.microsoft.com/office/drawing/2014/main" id="{5E692A66-871F-829A-A342-DE5EC14DE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2213" y="48371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1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0" name="Google Shape;394;p24">
            <a:extLst>
              <a:ext uri="{FF2B5EF4-FFF2-40B4-BE49-F238E27FC236}">
                <a16:creationId xmlns:a16="http://schemas.microsoft.com/office/drawing/2014/main" id="{948598EC-5BB3-C76A-5CE3-C17CD00E4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3225" y="4862513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3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1" name="Google Shape;396;p24">
            <a:extLst>
              <a:ext uri="{FF2B5EF4-FFF2-40B4-BE49-F238E27FC236}">
                <a16:creationId xmlns:a16="http://schemas.microsoft.com/office/drawing/2014/main" id="{0E59F307-582F-5D7B-4962-9E744DE2A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6400" y="1498600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3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8161" name="Google Shape;397;p24">
            <a:extLst>
              <a:ext uri="{FF2B5EF4-FFF2-40B4-BE49-F238E27FC236}">
                <a16:creationId xmlns:a16="http://schemas.microsoft.com/office/drawing/2014/main" id="{1D809ABC-60CF-50F1-8F15-07AC18D6BCA2}"/>
              </a:ext>
            </a:extLst>
          </p:cNvPr>
          <p:cNvGrpSpPr>
            <a:grpSpLocks/>
          </p:cNvGrpSpPr>
          <p:nvPr/>
        </p:nvGrpSpPr>
        <p:grpSpPr bwMode="auto">
          <a:xfrm>
            <a:off x="8443913" y="4565650"/>
            <a:ext cx="1801812" cy="1035050"/>
            <a:chOff x="8444860" y="4564875"/>
            <a:chExt cx="1801812" cy="1035050"/>
          </a:xfrm>
        </p:grpSpPr>
        <p:sp>
          <p:nvSpPr>
            <p:cNvPr id="27694" name="Google Shape;398;p24">
              <a:extLst>
                <a:ext uri="{FF2B5EF4-FFF2-40B4-BE49-F238E27FC236}">
                  <a16:creationId xmlns:a16="http://schemas.microsoft.com/office/drawing/2014/main" id="{48A73680-750E-1821-2338-F57787502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4860" y="4564875"/>
              <a:ext cx="1801812" cy="1035050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695" name="Google Shape;399;p24">
              <a:extLst>
                <a:ext uri="{FF2B5EF4-FFF2-40B4-BE49-F238E27FC236}">
                  <a16:creationId xmlns:a16="http://schemas.microsoft.com/office/drawing/2014/main" id="{4B84F3DB-A766-B261-C395-06C4DCD73A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6448" y="4564875"/>
              <a:ext cx="944562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05" name="Google Shape;400;p24">
            <a:extLst>
              <a:ext uri="{FF2B5EF4-FFF2-40B4-BE49-F238E27FC236}">
                <a16:creationId xmlns:a16="http://schemas.microsoft.com/office/drawing/2014/main" id="{5D7C8958-D3DC-9823-0934-107F962B2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2450" y="4584700"/>
            <a:ext cx="7699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No hace nada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8163" name="Google Shape;401;p24">
            <a:extLst>
              <a:ext uri="{FF2B5EF4-FFF2-40B4-BE49-F238E27FC236}">
                <a16:creationId xmlns:a16="http://schemas.microsoft.com/office/drawing/2014/main" id="{8099DB4A-D623-F151-E2CB-76F31530CCDF}"/>
              </a:ext>
            </a:extLst>
          </p:cNvPr>
          <p:cNvGrpSpPr>
            <a:grpSpLocks/>
          </p:cNvGrpSpPr>
          <p:nvPr/>
        </p:nvGrpSpPr>
        <p:grpSpPr bwMode="auto">
          <a:xfrm>
            <a:off x="6880225" y="5778500"/>
            <a:ext cx="1803400" cy="1035050"/>
            <a:chOff x="6888088" y="5778500"/>
            <a:chExt cx="1803400" cy="1035050"/>
          </a:xfrm>
        </p:grpSpPr>
        <p:sp>
          <p:nvSpPr>
            <p:cNvPr id="27692" name="Google Shape;402;p24">
              <a:extLst>
                <a:ext uri="{FF2B5EF4-FFF2-40B4-BE49-F238E27FC236}">
                  <a16:creationId xmlns:a16="http://schemas.microsoft.com/office/drawing/2014/main" id="{CFB9E49A-3A89-1D9D-DBEE-998D0F9B3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8088" y="5778500"/>
              <a:ext cx="1803400" cy="1035050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693" name="Google Shape;403;p24">
              <a:extLst>
                <a:ext uri="{FF2B5EF4-FFF2-40B4-BE49-F238E27FC236}">
                  <a16:creationId xmlns:a16="http://schemas.microsoft.com/office/drawing/2014/main" id="{A556A0C3-7961-8546-0C3E-88C655C8B9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4438" y="5778500"/>
              <a:ext cx="944562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09" name="Google Shape;404;p24">
            <a:extLst>
              <a:ext uri="{FF2B5EF4-FFF2-40B4-BE49-F238E27FC236}">
                <a16:creationId xmlns:a16="http://schemas.microsoft.com/office/drawing/2014/main" id="{0215AFCB-B6AF-7F71-9E29-BF7EC98C3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738" y="5756275"/>
            <a:ext cx="7699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No hace nada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8165" name="Google Shape;405;p24">
            <a:extLst>
              <a:ext uri="{FF2B5EF4-FFF2-40B4-BE49-F238E27FC236}">
                <a16:creationId xmlns:a16="http://schemas.microsoft.com/office/drawing/2014/main" id="{5112763F-A5A9-C1A0-07A4-4F317D1F0966}"/>
              </a:ext>
            </a:extLst>
          </p:cNvPr>
          <p:cNvGrpSpPr>
            <a:grpSpLocks/>
          </p:cNvGrpSpPr>
          <p:nvPr/>
        </p:nvGrpSpPr>
        <p:grpSpPr bwMode="auto">
          <a:xfrm>
            <a:off x="8766175" y="5756275"/>
            <a:ext cx="1830388" cy="1060450"/>
            <a:chOff x="8766646" y="5755935"/>
            <a:chExt cx="1830402" cy="1060884"/>
          </a:xfrm>
        </p:grpSpPr>
        <p:sp>
          <p:nvSpPr>
            <p:cNvPr id="27690" name="Google Shape;406;p24">
              <a:extLst>
                <a:ext uri="{FF2B5EF4-FFF2-40B4-BE49-F238E27FC236}">
                  <a16:creationId xmlns:a16="http://schemas.microsoft.com/office/drawing/2014/main" id="{D9AB6D48-1C0B-6164-281E-EE23BCCF3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3634" y="5781345"/>
              <a:ext cx="1803414" cy="1035474"/>
            </a:xfrm>
            <a:prstGeom prst="rect">
              <a:avLst/>
            </a:prstGeom>
            <a:noFill/>
            <a:ln w="19050">
              <a:solidFill>
                <a:srgbClr val="76717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Arial" panose="020B0604020202020204" pitchFamily="34" charset="0"/>
                <a:buNone/>
              </a:pPr>
              <a:endParaRPr lang="es-AR" altLang="es-AR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27691" name="Google Shape;407;p24">
              <a:extLst>
                <a:ext uri="{FF2B5EF4-FFF2-40B4-BE49-F238E27FC236}">
                  <a16:creationId xmlns:a16="http://schemas.microsoft.com/office/drawing/2014/main" id="{C3D4BF7C-65C5-EA85-865F-2215764DF3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66646" y="5755935"/>
              <a:ext cx="944562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00" rIns="91425" bIns="457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a=nil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HI=nil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buClr>
                  <a:srgbClr val="000000"/>
                </a:buClr>
                <a:buSzPts val="1800"/>
                <a:buFont typeface="Consolas" panose="020B0609020204030204" pitchFamily="49" charset="0"/>
                <a:buNone/>
              </a:pPr>
              <a:r>
                <a:rPr lang="en-US" altLang="es-AR">
                  <a:solidFill>
                    <a:srgbClr val="000000"/>
                  </a:solidFill>
                  <a:latin typeface="Consolas" panose="020B0609020204030204" pitchFamily="49" charset="0"/>
                  <a:ea typeface="Consolas" panose="020B0609020204030204" pitchFamily="49" charset="0"/>
                  <a:cs typeface="Consolas" panose="020B0609020204030204" pitchFamily="49" charset="0"/>
                  <a:sym typeface="Consolas" panose="020B0609020204030204" pitchFamily="49" charset="0"/>
                </a:rPr>
                <a:t>HD=nil</a:t>
              </a:r>
              <a:endParaRPr lang="es-AR" altLang="es-AR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13" name="Google Shape;408;p24">
            <a:extLst>
              <a:ext uri="{FF2B5EF4-FFF2-40B4-BE49-F238E27FC236}">
                <a16:creationId xmlns:a16="http://schemas.microsoft.com/office/drawing/2014/main" id="{EB1DCFAA-F4BD-5E3F-44B8-FBF60B8DE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5975" y="5757863"/>
            <a:ext cx="76835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>
                <a:srgbClr val="FF0066"/>
              </a:buClr>
              <a:buSzPts val="1800"/>
              <a:buFont typeface="Consolas" panose="020B0609020204030204" pitchFamily="49" charset="0"/>
              <a:buNone/>
            </a:pPr>
            <a:r>
              <a:rPr lang="en-US" altLang="es-AR" b="1">
                <a:solidFill>
                  <a:srgbClr val="FF0066"/>
                </a:solidFill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sym typeface="Consolas" panose="020B0609020204030204" pitchFamily="49" charset="0"/>
              </a:rPr>
              <a:t>No hace nada</a:t>
            </a:r>
            <a:endParaRPr lang="es-AR" altLang="es-AR" sz="1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9999BDE-C4CF-9A38-9CC2-5E11639C2734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5057775"/>
            <a:ext cx="3609975" cy="1076325"/>
            <a:chOff x="254000" y="5057775"/>
            <a:chExt cx="3609975" cy="1076325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BCA42B47-E9C5-399E-5A7F-AE807A42631E}"/>
                </a:ext>
              </a:extLst>
            </p:cNvPr>
            <p:cNvSpPr/>
            <p:nvPr/>
          </p:nvSpPr>
          <p:spPr>
            <a:xfrm>
              <a:off x="254000" y="5057775"/>
              <a:ext cx="3609975" cy="1076325"/>
            </a:xfrm>
            <a:prstGeom prst="rect">
              <a:avLst/>
            </a:prstGeom>
            <a:noFill/>
            <a:ln w="571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 dirty="0"/>
            </a:p>
          </p:txBody>
        </p:sp>
        <p:sp>
          <p:nvSpPr>
            <p:cNvPr id="27689" name="CuadroTexto 116">
              <a:extLst>
                <a:ext uri="{FF2B5EF4-FFF2-40B4-BE49-F238E27FC236}">
                  <a16:creationId xmlns:a16="http://schemas.microsoft.com/office/drawing/2014/main" id="{AABFB2D0-0E58-A9C7-B695-7A69FCF11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900" y="5119688"/>
              <a:ext cx="3163888" cy="1014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s-ES" altLang="es-AR" sz="3000">
                  <a:latin typeface="Agency FB" panose="020B0503020202020204" pitchFamily="34" charset="0"/>
                </a:rPr>
                <a:t>Observar la cantidad de llamados recursivos?</a:t>
              </a:r>
              <a:endParaRPr lang="es-AR" altLang="es-AR" sz="3000">
                <a:latin typeface="Agency FB" panose="020B0503020202020204" pitchFamily="34" charset="0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8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8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8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2" dur="20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5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2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5" dur="20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5" dur="20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88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4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8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8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8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8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8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8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1" dur="2000"/>
                                        <p:tgtEl>
                                          <p:spTgt spid="48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1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8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8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48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48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48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70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73" dur="2000"/>
                                        <p:tgtEl>
                                          <p:spTgt spid="48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1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1000"/>
                                        <p:tgtEl>
                                          <p:spTgt spid="48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48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8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00" dur="2000"/>
                                        <p:tgtEl>
                                          <p:spTgt spid="48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03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3" dur="20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6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19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22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32" dur="20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35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38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41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51" dur="20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54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6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57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6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0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3" grpId="0"/>
      <p:bldP spid="73" grpId="1"/>
      <p:bldP spid="77" grpId="0"/>
      <p:bldP spid="77" grpId="1"/>
      <p:bldP spid="78" grpId="0"/>
      <p:bldP spid="79" grpId="0"/>
      <p:bldP spid="79" grpId="1"/>
      <p:bldP spid="83" grpId="0"/>
      <p:bldP spid="83" grpId="1"/>
      <p:bldP spid="84" grpId="0"/>
      <p:bldP spid="84" grpId="1"/>
      <p:bldP spid="85" grpId="0"/>
      <p:bldP spid="85" grpId="1"/>
      <p:bldP spid="86" grpId="0"/>
      <p:bldP spid="90" grpId="0"/>
      <p:bldP spid="90" grpId="1"/>
      <p:bldP spid="91" grpId="0"/>
      <p:bldP spid="92" grpId="0"/>
      <p:bldP spid="92" grpId="1"/>
      <p:bldP spid="93" grpId="0"/>
      <p:bldP spid="93" grpId="1"/>
      <p:bldP spid="97" grpId="0"/>
      <p:bldP spid="97" grpId="1"/>
      <p:bldP spid="98" grpId="0"/>
      <p:bldP spid="99" grpId="0"/>
      <p:bldP spid="99" grpId="1"/>
      <p:bldP spid="100" grpId="0"/>
      <p:bldP spid="100" grpId="1"/>
      <p:bldP spid="101" grpId="0"/>
      <p:bldP spid="101" grpId="1"/>
      <p:bldP spid="105" grpId="0"/>
      <p:bldP spid="105" grpId="1"/>
      <p:bldP spid="109" grpId="0"/>
      <p:bldP spid="109" grpId="1"/>
      <p:bldP spid="113" grpId="0"/>
      <p:bldP spid="11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3BF70863-08E8-E97C-23B6-DCDCB4F99F39}"/>
              </a:ext>
            </a:extLst>
          </p:cNvPr>
          <p:cNvSpPr/>
          <p:nvPr/>
        </p:nvSpPr>
        <p:spPr>
          <a:xfrm>
            <a:off x="263525" y="115888"/>
            <a:ext cx="11664950" cy="1152525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A8E17C-A3D8-8EEE-12BF-554E33C4908A}"/>
              </a:ext>
            </a:extLst>
          </p:cNvPr>
          <p:cNvSpPr txBox="1"/>
          <p:nvPr/>
        </p:nvSpPr>
        <p:spPr>
          <a:xfrm>
            <a:off x="263525" y="184150"/>
            <a:ext cx="75692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s-ES" sz="6000" b="1" dirty="0">
                <a:solidFill>
                  <a:schemeClr val="accent4"/>
                </a:solidFill>
                <a:latin typeface="Agency FB" panose="020B0503020202020204" pitchFamily="34" charset="0"/>
              </a:rPr>
              <a:t>Ordenación- CONCLUSIONES</a:t>
            </a:r>
            <a:endParaRPr lang="es-AR" sz="6000" b="1" dirty="0">
              <a:solidFill>
                <a:schemeClr val="accent4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6 CuadroTexto">
            <a:extLst>
              <a:ext uri="{FF2B5EF4-FFF2-40B4-BE49-F238E27FC236}">
                <a16:creationId xmlns:a16="http://schemas.microsoft.com/office/drawing/2014/main" id="{F5429FE5-E6F6-62AB-4AF3-558B006082BA}"/>
              </a:ext>
            </a:extLst>
          </p:cNvPr>
          <p:cNvSpPr txBox="1"/>
          <p:nvPr/>
        </p:nvSpPr>
        <p:spPr bwMode="auto">
          <a:xfrm>
            <a:off x="1270000" y="1268413"/>
            <a:ext cx="10612438" cy="55403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Los arboles binarios de búsqueda ABB deben ser creados respetando un orden.</a:t>
            </a:r>
            <a:endParaRPr lang="es-ES_tradnl" sz="3000" dirty="0">
              <a:latin typeface="Agency FB" panose="020B0503020202020204" pitchFamily="34" charset="0"/>
            </a:endParaRPr>
          </a:p>
        </p:txBody>
      </p:sp>
      <p:sp>
        <p:nvSpPr>
          <p:cNvPr id="15" name="6 CuadroTexto">
            <a:extLst>
              <a:ext uri="{FF2B5EF4-FFF2-40B4-BE49-F238E27FC236}">
                <a16:creationId xmlns:a16="http://schemas.microsoft.com/office/drawing/2014/main" id="{C16B4888-996D-FD61-B8D7-946BE074CA5E}"/>
              </a:ext>
            </a:extLst>
          </p:cNvPr>
          <p:cNvSpPr txBox="1"/>
          <p:nvPr/>
        </p:nvSpPr>
        <p:spPr bwMode="auto">
          <a:xfrm>
            <a:off x="1252538" y="2133600"/>
            <a:ext cx="10629900" cy="286226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Los recorridos pueden hacerse de menor a mayor, de mayor a menor o para cada nodo sus hijos. (</a:t>
            </a:r>
            <a:r>
              <a:rPr lang="es-ES" sz="3000" b="1" dirty="0" err="1">
                <a:latin typeface="Agency FB" panose="020B0503020202020204" pitchFamily="34" charset="0"/>
              </a:rPr>
              <a:t>enOrden</a:t>
            </a:r>
            <a:r>
              <a:rPr lang="es-ES" sz="3000" dirty="0">
                <a:latin typeface="Agency FB" panose="020B0503020202020204" pitchFamily="34" charset="0"/>
              </a:rPr>
              <a:t>, </a:t>
            </a:r>
            <a:r>
              <a:rPr lang="es-ES" sz="3000" b="1" dirty="0" err="1">
                <a:latin typeface="Agency FB" panose="020B0503020202020204" pitchFamily="34" charset="0"/>
              </a:rPr>
              <a:t>postOrden</a:t>
            </a:r>
            <a:r>
              <a:rPr lang="es-ES" sz="3000" dirty="0">
                <a:latin typeface="Agency FB" panose="020B0503020202020204" pitchFamily="34" charset="0"/>
              </a:rPr>
              <a:t> e </a:t>
            </a:r>
            <a:r>
              <a:rPr lang="es-ES" sz="3000" b="1" dirty="0" err="1">
                <a:latin typeface="Agency FB" panose="020B0503020202020204" pitchFamily="34" charset="0"/>
              </a:rPr>
              <a:t>preOrden</a:t>
            </a:r>
            <a:r>
              <a:rPr lang="es-ES" sz="3000" dirty="0">
                <a:latin typeface="Agency FB" panose="020B0503020202020204" pitchFamily="34" charset="0"/>
              </a:rPr>
              <a:t>), sólo deben acomodarse los llamados para implementarlos.</a:t>
            </a:r>
          </a:p>
          <a:p>
            <a:pPr algn="just" eaLnBrk="1" hangingPunct="1">
              <a:buClr>
                <a:srgbClr val="FFCC66"/>
              </a:buClr>
              <a:defRPr/>
            </a:pPr>
            <a:endParaRPr lang="es-ES" sz="3000" dirty="0">
              <a:latin typeface="Agency FB" panose="020B0503020202020204" pitchFamily="34" charset="0"/>
            </a:endParaRPr>
          </a:p>
          <a:p>
            <a:pPr algn="just" eaLnBrk="1" hangingPunct="1">
              <a:buClr>
                <a:srgbClr val="FFCC66"/>
              </a:buClr>
              <a:defRPr/>
            </a:pPr>
            <a:r>
              <a:rPr lang="es-ES" sz="3000" dirty="0">
                <a:latin typeface="Agency FB" panose="020B0503020202020204" pitchFamily="34" charset="0"/>
              </a:rPr>
              <a:t>Los recorridos también pueden adaptarse para otras acciones (no sólo imprimir los nodos).</a:t>
            </a: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4A1B71BC-B0F3-7EA5-A52E-7DD665C0CFDF}"/>
              </a:ext>
            </a:extLst>
          </p:cNvPr>
          <p:cNvSpPr/>
          <p:nvPr/>
        </p:nvSpPr>
        <p:spPr bwMode="auto">
          <a:xfrm>
            <a:off x="479425" y="1354138"/>
            <a:ext cx="503238" cy="57626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AR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B85BBBE-2335-F0BF-6A18-8E551477C594}"/>
              </a:ext>
            </a:extLst>
          </p:cNvPr>
          <p:cNvGrpSpPr>
            <a:grpSpLocks/>
          </p:cNvGrpSpPr>
          <p:nvPr/>
        </p:nvGrpSpPr>
        <p:grpSpPr bwMode="auto">
          <a:xfrm>
            <a:off x="477838" y="5610225"/>
            <a:ext cx="3311525" cy="727075"/>
            <a:chOff x="290512" y="1484784"/>
            <a:chExt cx="4869384" cy="852487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6C63C250-7239-0DA6-DDFF-420AA0CDE817}"/>
                </a:ext>
              </a:extLst>
            </p:cNvPr>
            <p:cNvSpPr/>
            <p:nvPr/>
          </p:nvSpPr>
          <p:spPr bwMode="auto">
            <a:xfrm>
              <a:off x="290512" y="1484784"/>
              <a:ext cx="4869384" cy="852487"/>
            </a:xfrm>
            <a:prstGeom prst="rect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ln w="571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a:endParaRPr>
            </a:p>
          </p:txBody>
        </p:sp>
        <p:sp>
          <p:nvSpPr>
            <p:cNvPr id="4" name="6 CuadroTexto">
              <a:extLst>
                <a:ext uri="{FF2B5EF4-FFF2-40B4-BE49-F238E27FC236}">
                  <a16:creationId xmlns:a16="http://schemas.microsoft.com/office/drawing/2014/main" id="{ACADF615-9755-DF0C-1FAA-14C5FD72ACB7}"/>
                </a:ext>
              </a:extLst>
            </p:cNvPr>
            <p:cNvSpPr txBox="1"/>
            <p:nvPr/>
          </p:nvSpPr>
          <p:spPr bwMode="auto">
            <a:xfrm>
              <a:off x="607979" y="1546208"/>
              <a:ext cx="4176091" cy="67566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 eaLnBrk="1" hangingPunct="1">
                <a:buClr>
                  <a:srgbClr val="FFCC66"/>
                </a:buClr>
                <a:defRPr/>
              </a:pPr>
              <a:r>
                <a:rPr lang="es-ES_tradnl" sz="4000" dirty="0">
                  <a:latin typeface="Agency FB" panose="020B0503020202020204" pitchFamily="34" charset="0"/>
                </a:rPr>
                <a:t>Formulario</a:t>
              </a: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85185E-6 L -0.00287 0.148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14722 L -0.00287 0.2817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27107 L 0.00299 0.4791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1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</p:bld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5296</TotalTime>
  <Words>601</Words>
  <Application>Microsoft Office PowerPoint</Application>
  <PresentationFormat>Panorámica</PresentationFormat>
  <Paragraphs>196</Paragraphs>
  <Slides>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Tahoma</vt:lpstr>
      <vt:lpstr>Arial</vt:lpstr>
      <vt:lpstr>Calibri Light</vt:lpstr>
      <vt:lpstr>Calibri</vt:lpstr>
      <vt:lpstr>Wingdings 2</vt:lpstr>
      <vt:lpstr>Times New Roman</vt:lpstr>
      <vt:lpstr>Agency FB</vt:lpstr>
      <vt:lpstr>Consolas</vt:lpstr>
      <vt:lpstr>HDOfficeLightV0</vt:lpstr>
      <vt:lpstr>TALLER DE  PROGRAMACION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LIDI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Teoría 1</dc:title>
  <dc:creator>Cecilia Verónica Sanz</dc:creator>
  <cp:lastModifiedBy>laurydg75@gmail.com</cp:lastModifiedBy>
  <cp:revision>526</cp:revision>
  <dcterms:created xsi:type="dcterms:W3CDTF">2004-03-08T16:29:06Z</dcterms:created>
  <dcterms:modified xsi:type="dcterms:W3CDTF">2026-08-17T22:42:04Z</dcterms:modified>
</cp:coreProperties>
</file>