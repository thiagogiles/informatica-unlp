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003" r:id="rId1"/>
  </p:sldMasterIdLst>
  <p:notesMasterIdLst>
    <p:notesMasterId r:id="rId17"/>
  </p:notesMasterIdLst>
  <p:handoutMasterIdLst>
    <p:handoutMasterId r:id="rId18"/>
  </p:handoutMasterIdLst>
  <p:sldIdLst>
    <p:sldId id="463" r:id="rId2"/>
    <p:sldId id="730" r:id="rId3"/>
    <p:sldId id="256" r:id="rId4"/>
    <p:sldId id="778" r:id="rId5"/>
    <p:sldId id="789" r:id="rId6"/>
    <p:sldId id="790" r:id="rId7"/>
    <p:sldId id="791" r:id="rId8"/>
    <p:sldId id="792" r:id="rId9"/>
    <p:sldId id="793" r:id="rId10"/>
    <p:sldId id="797" r:id="rId11"/>
    <p:sldId id="794" r:id="rId12"/>
    <p:sldId id="798" r:id="rId13"/>
    <p:sldId id="799" r:id="rId14"/>
    <p:sldId id="800" r:id="rId15"/>
    <p:sldId id="762" r:id="rId16"/>
  </p:sldIdLst>
  <p:sldSz cx="12192000" cy="6858000"/>
  <p:notesSz cx="6794500" cy="9925050"/>
  <p:defaultTextStyle>
    <a:defPPr>
      <a:defRPr lang="es-ES_tradnl"/>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5pPr>
    <a:lvl6pPr marL="2286000" algn="l" defTabSz="914400" rtl="0" eaLnBrk="1" latinLnBrk="0" hangingPunct="1">
      <a:defRPr kern="1200">
        <a:solidFill>
          <a:schemeClr val="tx1"/>
        </a:solidFill>
        <a:latin typeface="Tahoma" panose="020B0604030504040204" pitchFamily="34" charset="0"/>
        <a:ea typeface="+mn-ea"/>
        <a:cs typeface="+mn-cs"/>
      </a:defRPr>
    </a:lvl6pPr>
    <a:lvl7pPr marL="2743200" algn="l" defTabSz="914400" rtl="0" eaLnBrk="1" latinLnBrk="0" hangingPunct="1">
      <a:defRPr kern="1200">
        <a:solidFill>
          <a:schemeClr val="tx1"/>
        </a:solidFill>
        <a:latin typeface="Tahoma" panose="020B0604030504040204" pitchFamily="34" charset="0"/>
        <a:ea typeface="+mn-ea"/>
        <a:cs typeface="+mn-cs"/>
      </a:defRPr>
    </a:lvl7pPr>
    <a:lvl8pPr marL="3200400" algn="l" defTabSz="914400" rtl="0" eaLnBrk="1" latinLnBrk="0" hangingPunct="1">
      <a:defRPr kern="1200">
        <a:solidFill>
          <a:schemeClr val="tx1"/>
        </a:solidFill>
        <a:latin typeface="Tahoma" panose="020B0604030504040204" pitchFamily="34" charset="0"/>
        <a:ea typeface="+mn-ea"/>
        <a:cs typeface="+mn-cs"/>
      </a:defRPr>
    </a:lvl8pPr>
    <a:lvl9pPr marL="3657600" algn="l" defTabSz="914400" rtl="0" eaLnBrk="1" latinLnBrk="0" hangingPunct="1">
      <a:defRPr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3126">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000000"/>
    <a:srgbClr val="FF33CC"/>
    <a:srgbClr val="CC3399"/>
    <a:srgbClr val="D60093"/>
    <a:srgbClr val="FF66CC"/>
    <a:srgbClr val="66CCFF"/>
    <a:srgbClr val="E5E3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337" autoAdjust="0"/>
  </p:normalViewPr>
  <p:slideViewPr>
    <p:cSldViewPr>
      <p:cViewPr>
        <p:scale>
          <a:sx n="50" d="100"/>
          <a:sy n="50" d="100"/>
        </p:scale>
        <p:origin x="632" y="16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770"/>
    </p:cViewPr>
  </p:sorterViewPr>
  <p:notesViewPr>
    <p:cSldViewPr>
      <p:cViewPr>
        <p:scale>
          <a:sx n="66" d="100"/>
          <a:sy n="66" d="100"/>
        </p:scale>
        <p:origin x="-3264" y="-72"/>
      </p:cViewPr>
      <p:guideLst>
        <p:guide orient="horz" pos="3126"/>
        <p:guide pos="214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890B6966-0AC7-9BD4-279F-79CC63049903}"/>
              </a:ext>
            </a:extLst>
          </p:cNvPr>
          <p:cNvSpPr>
            <a:spLocks noGrp="1" noChangeArrowheads="1"/>
          </p:cNvSpPr>
          <p:nvPr>
            <p:ph type="hdr" sz="quarter"/>
          </p:nvPr>
        </p:nvSpPr>
        <p:spPr bwMode="auto">
          <a:xfrm>
            <a:off x="0" y="0"/>
            <a:ext cx="2944813"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New Roman" pitchFamily="18" charset="0"/>
              </a:defRPr>
            </a:lvl1pPr>
          </a:lstStyle>
          <a:p>
            <a:pPr>
              <a:defRPr/>
            </a:pPr>
            <a:endParaRPr lang="es-ES"/>
          </a:p>
        </p:txBody>
      </p:sp>
      <p:sp>
        <p:nvSpPr>
          <p:cNvPr id="58371" name="Rectangle 3">
            <a:extLst>
              <a:ext uri="{FF2B5EF4-FFF2-40B4-BE49-F238E27FC236}">
                <a16:creationId xmlns:a16="http://schemas.microsoft.com/office/drawing/2014/main" id="{F806D9AB-03E9-FC63-B9D1-FAF727D4A4EF}"/>
              </a:ext>
            </a:extLst>
          </p:cNvPr>
          <p:cNvSpPr>
            <a:spLocks noGrp="1" noChangeArrowheads="1"/>
          </p:cNvSpPr>
          <p:nvPr>
            <p:ph type="dt" sz="quarter" idx="1"/>
          </p:nvPr>
        </p:nvSpPr>
        <p:spPr bwMode="auto">
          <a:xfrm>
            <a:off x="3849688" y="0"/>
            <a:ext cx="2944812"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New Roman" pitchFamily="18" charset="0"/>
              </a:defRPr>
            </a:lvl1pPr>
          </a:lstStyle>
          <a:p>
            <a:pPr>
              <a:defRPr/>
            </a:pPr>
            <a:endParaRPr lang="es-ES"/>
          </a:p>
        </p:txBody>
      </p:sp>
      <p:sp>
        <p:nvSpPr>
          <p:cNvPr id="58372" name="Rectangle 4">
            <a:extLst>
              <a:ext uri="{FF2B5EF4-FFF2-40B4-BE49-F238E27FC236}">
                <a16:creationId xmlns:a16="http://schemas.microsoft.com/office/drawing/2014/main" id="{69C88657-3639-C8FF-28F2-217705AD1297}"/>
              </a:ext>
            </a:extLst>
          </p:cNvPr>
          <p:cNvSpPr>
            <a:spLocks noGrp="1" noChangeArrowheads="1"/>
          </p:cNvSpPr>
          <p:nvPr>
            <p:ph type="ftr" sz="quarter" idx="2"/>
          </p:nvPr>
        </p:nvSpPr>
        <p:spPr bwMode="auto">
          <a:xfrm>
            <a:off x="0" y="9428163"/>
            <a:ext cx="2944813"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New Roman" pitchFamily="18" charset="0"/>
              </a:defRPr>
            </a:lvl1pPr>
          </a:lstStyle>
          <a:p>
            <a:pPr>
              <a:defRPr/>
            </a:pPr>
            <a:endParaRPr lang="es-ES"/>
          </a:p>
        </p:txBody>
      </p:sp>
      <p:sp>
        <p:nvSpPr>
          <p:cNvPr id="58373" name="Rectangle 5">
            <a:extLst>
              <a:ext uri="{FF2B5EF4-FFF2-40B4-BE49-F238E27FC236}">
                <a16:creationId xmlns:a16="http://schemas.microsoft.com/office/drawing/2014/main" id="{700AB212-EAF2-6904-88F0-74A28155B751}"/>
              </a:ext>
            </a:extLst>
          </p:cNvPr>
          <p:cNvSpPr>
            <a:spLocks noGrp="1" noChangeArrowheads="1"/>
          </p:cNvSpPr>
          <p:nvPr>
            <p:ph type="sldNum" sz="quarter" idx="3"/>
          </p:nvPr>
        </p:nvSpPr>
        <p:spPr bwMode="auto">
          <a:xfrm>
            <a:off x="3849688" y="9428163"/>
            <a:ext cx="2944812"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anose="02020603050405020304" pitchFamily="18" charset="0"/>
              </a:defRPr>
            </a:lvl1pPr>
          </a:lstStyle>
          <a:p>
            <a:pPr>
              <a:defRPr/>
            </a:pPr>
            <a:fld id="{4EC0DC7C-C214-49CB-B690-5CA6CBCFCD19}" type="slidenum">
              <a:rPr lang="es-ES" altLang="es-AR"/>
              <a:pPr>
                <a:defRPr/>
              </a:pPr>
              <a:t>‹Nº›</a:t>
            </a:fld>
            <a:endParaRPr lang="es-ES" altLang="es-A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65522C0A-CB02-5706-100F-F80FF8BD297D}"/>
              </a:ext>
            </a:extLst>
          </p:cNvPr>
          <p:cNvSpPr>
            <a:spLocks noGrp="1" noChangeArrowheads="1"/>
          </p:cNvSpPr>
          <p:nvPr>
            <p:ph type="hdr" sz="quarter"/>
          </p:nvPr>
        </p:nvSpPr>
        <p:spPr bwMode="auto">
          <a:xfrm>
            <a:off x="0" y="0"/>
            <a:ext cx="2971800"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New Roman" pitchFamily="18" charset="0"/>
              </a:defRPr>
            </a:lvl1pPr>
          </a:lstStyle>
          <a:p>
            <a:pPr>
              <a:defRPr/>
            </a:pPr>
            <a:endParaRPr lang="es-ES"/>
          </a:p>
        </p:txBody>
      </p:sp>
      <p:sp>
        <p:nvSpPr>
          <p:cNvPr id="131075" name="Rectangle 3">
            <a:extLst>
              <a:ext uri="{FF2B5EF4-FFF2-40B4-BE49-F238E27FC236}">
                <a16:creationId xmlns:a16="http://schemas.microsoft.com/office/drawing/2014/main" id="{7CFA5423-98CC-BF04-1002-023B86041F9C}"/>
              </a:ext>
            </a:extLst>
          </p:cNvPr>
          <p:cNvSpPr>
            <a:spLocks noGrp="1" noChangeArrowheads="1"/>
          </p:cNvSpPr>
          <p:nvPr>
            <p:ph type="dt" idx="1"/>
          </p:nvPr>
        </p:nvSpPr>
        <p:spPr bwMode="auto">
          <a:xfrm>
            <a:off x="3886200" y="0"/>
            <a:ext cx="2895600"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New Roman" pitchFamily="18" charset="0"/>
              </a:defRPr>
            </a:lvl1pPr>
          </a:lstStyle>
          <a:p>
            <a:pPr>
              <a:defRPr/>
            </a:pPr>
            <a:endParaRPr lang="es-ES"/>
          </a:p>
        </p:txBody>
      </p:sp>
      <p:sp>
        <p:nvSpPr>
          <p:cNvPr id="12292" name="Rectangle 4">
            <a:extLst>
              <a:ext uri="{FF2B5EF4-FFF2-40B4-BE49-F238E27FC236}">
                <a16:creationId xmlns:a16="http://schemas.microsoft.com/office/drawing/2014/main" id="{53174929-576A-92BD-6DD8-7DBAE34EAE96}"/>
              </a:ext>
            </a:extLst>
          </p:cNvPr>
          <p:cNvSpPr>
            <a:spLocks noGrp="1" noRot="1" noChangeAspect="1" noChangeArrowheads="1" noTextEdit="1"/>
          </p:cNvSpPr>
          <p:nvPr>
            <p:ph type="sldImg" idx="2"/>
          </p:nvPr>
        </p:nvSpPr>
        <p:spPr bwMode="auto">
          <a:xfrm>
            <a:off x="73025" y="762000"/>
            <a:ext cx="6635750" cy="37338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1077" name="Rectangle 5">
            <a:extLst>
              <a:ext uri="{FF2B5EF4-FFF2-40B4-BE49-F238E27FC236}">
                <a16:creationId xmlns:a16="http://schemas.microsoft.com/office/drawing/2014/main" id="{D61A03E7-D452-7474-A17D-EA2A3E44A563}"/>
              </a:ext>
            </a:extLst>
          </p:cNvPr>
          <p:cNvSpPr>
            <a:spLocks noGrp="1" noChangeArrowheads="1"/>
          </p:cNvSpPr>
          <p:nvPr>
            <p:ph type="body" sz="quarter" idx="3"/>
          </p:nvPr>
        </p:nvSpPr>
        <p:spPr bwMode="auto">
          <a:xfrm>
            <a:off x="914400" y="4724400"/>
            <a:ext cx="4953000" cy="4419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131078" name="Rectangle 6">
            <a:extLst>
              <a:ext uri="{FF2B5EF4-FFF2-40B4-BE49-F238E27FC236}">
                <a16:creationId xmlns:a16="http://schemas.microsoft.com/office/drawing/2014/main" id="{816B00C1-054B-84A4-4DD5-BD4B41908776}"/>
              </a:ext>
            </a:extLst>
          </p:cNvPr>
          <p:cNvSpPr>
            <a:spLocks noGrp="1" noChangeArrowheads="1"/>
          </p:cNvSpPr>
          <p:nvPr>
            <p:ph type="ftr" sz="quarter" idx="4"/>
          </p:nvPr>
        </p:nvSpPr>
        <p:spPr bwMode="auto">
          <a:xfrm>
            <a:off x="0" y="9448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New Roman" pitchFamily="18" charset="0"/>
              </a:defRPr>
            </a:lvl1pPr>
          </a:lstStyle>
          <a:p>
            <a:pPr>
              <a:defRPr/>
            </a:pPr>
            <a:endParaRPr lang="es-ES"/>
          </a:p>
        </p:txBody>
      </p:sp>
      <p:sp>
        <p:nvSpPr>
          <p:cNvPr id="131079" name="Rectangle 7">
            <a:extLst>
              <a:ext uri="{FF2B5EF4-FFF2-40B4-BE49-F238E27FC236}">
                <a16:creationId xmlns:a16="http://schemas.microsoft.com/office/drawing/2014/main" id="{3C3B480E-6CD6-31E1-156B-9EC496A0D1BC}"/>
              </a:ext>
            </a:extLst>
          </p:cNvPr>
          <p:cNvSpPr>
            <a:spLocks noGrp="1" noChangeArrowheads="1"/>
          </p:cNvSpPr>
          <p:nvPr>
            <p:ph type="sldNum" sz="quarter" idx="5"/>
          </p:nvPr>
        </p:nvSpPr>
        <p:spPr bwMode="auto">
          <a:xfrm>
            <a:off x="3886200" y="94488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anose="02020603050405020304" pitchFamily="18" charset="0"/>
              </a:defRPr>
            </a:lvl1pPr>
          </a:lstStyle>
          <a:p>
            <a:pPr>
              <a:defRPr/>
            </a:pPr>
            <a:fld id="{1079394E-36D4-4E53-91A2-EF01472DC37E}" type="slidenum">
              <a:rPr lang="es-ES" altLang="es-AR"/>
              <a:pPr>
                <a:defRPr/>
              </a:pPr>
              <a:t>‹Nº›</a:t>
            </a:fld>
            <a:endParaRPr lang="es-ES" altLang="es-A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ADD479DC-B027-D6F7-7566-B48218AC9B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61984CB-EBD8-4177-A391-8740145D918D}" type="slidenum">
              <a:rPr lang="es-ES" altLang="es-AR" smtClean="0"/>
              <a:pPr>
                <a:spcBef>
                  <a:spcPct val="0"/>
                </a:spcBef>
              </a:pPr>
              <a:t>1</a:t>
            </a:fld>
            <a:endParaRPr lang="es-ES" altLang="es-AR"/>
          </a:p>
        </p:txBody>
      </p:sp>
      <p:sp>
        <p:nvSpPr>
          <p:cNvPr id="15363" name="Rectangle 2">
            <a:extLst>
              <a:ext uri="{FF2B5EF4-FFF2-40B4-BE49-F238E27FC236}">
                <a16:creationId xmlns:a16="http://schemas.microsoft.com/office/drawing/2014/main" id="{0BBD4685-395A-E7F0-582B-FC0CB88CF745}"/>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34A1D1F7-4510-FF60-3FA8-BE3206BAF8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0EEB5EB3-0529-A935-F850-01DBCCBEA1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E153043-5AA4-4806-9F9B-123814B8887A}" type="slidenum">
              <a:rPr lang="es-ES" altLang="es-AR" smtClean="0"/>
              <a:pPr>
                <a:spcBef>
                  <a:spcPct val="0"/>
                </a:spcBef>
              </a:pPr>
              <a:t>2</a:t>
            </a:fld>
            <a:endParaRPr lang="es-ES" altLang="es-AR"/>
          </a:p>
        </p:txBody>
      </p:sp>
      <p:sp>
        <p:nvSpPr>
          <p:cNvPr id="17411" name="Rectangle 2">
            <a:extLst>
              <a:ext uri="{FF2B5EF4-FFF2-40B4-BE49-F238E27FC236}">
                <a16:creationId xmlns:a16="http://schemas.microsoft.com/office/drawing/2014/main" id="{DA993E0F-FCE1-B9C5-1E38-909D571CDD36}"/>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FDD22700-5BBB-D6CA-E71E-34CF7932F6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s-ES" altLang="es-AR"/>
              <a:t>Hay algunas diapositivas que tenemos que decidir que hacer……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A0FA23DF-FE83-70A1-8F47-6359F96E38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F1B3244-FE66-4690-8FAD-5194F7DF65B4}" type="slidenum">
              <a:rPr lang="es-ES" altLang="es-AR" smtClean="0"/>
              <a:pPr>
                <a:spcBef>
                  <a:spcPct val="0"/>
                </a:spcBef>
              </a:pPr>
              <a:t>3</a:t>
            </a:fld>
            <a:endParaRPr lang="es-ES" altLang="es-AR"/>
          </a:p>
        </p:txBody>
      </p:sp>
      <p:sp>
        <p:nvSpPr>
          <p:cNvPr id="19459" name="Rectangle 2">
            <a:extLst>
              <a:ext uri="{FF2B5EF4-FFF2-40B4-BE49-F238E27FC236}">
                <a16:creationId xmlns:a16="http://schemas.microsoft.com/office/drawing/2014/main" id="{ED306406-96FA-ADFE-43FF-823FF37F6FD4}"/>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2ABBF24F-A4CC-4385-615E-2C96B3DD7D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s-ES" altLang="es-AR"/>
              <a:t>Hay algunas diapositivas que tenemos que decidir que hacer……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CCFB5F1B-1E83-9D9C-6DA9-E447CE6F83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1C65E74-8ED9-47AD-8D82-408184B91C12}" type="slidenum">
              <a:rPr lang="es-ES" altLang="es-AR" smtClean="0"/>
              <a:pPr>
                <a:spcBef>
                  <a:spcPct val="0"/>
                </a:spcBef>
              </a:pPr>
              <a:t>4</a:t>
            </a:fld>
            <a:endParaRPr lang="es-ES" altLang="es-AR"/>
          </a:p>
        </p:txBody>
      </p:sp>
      <p:sp>
        <p:nvSpPr>
          <p:cNvPr id="21507" name="Rectangle 2">
            <a:extLst>
              <a:ext uri="{FF2B5EF4-FFF2-40B4-BE49-F238E27FC236}">
                <a16:creationId xmlns:a16="http://schemas.microsoft.com/office/drawing/2014/main" id="{A86EE1EB-7452-B725-DF36-EBCB318B07D8}"/>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901EB28A-A70C-87C1-44CC-D19FADA6AC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AR" altLang="es-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Marcador de imagen de diapositiva 1">
            <a:extLst>
              <a:ext uri="{FF2B5EF4-FFF2-40B4-BE49-F238E27FC236}">
                <a16:creationId xmlns:a16="http://schemas.microsoft.com/office/drawing/2014/main" id="{2B92125F-4FD8-0BEE-038A-478FB7597E8C}"/>
              </a:ext>
            </a:extLst>
          </p:cNvPr>
          <p:cNvSpPr>
            <a:spLocks noGrp="1" noRot="1" noChangeAspect="1" noChangeArrowheads="1" noTextEdit="1"/>
          </p:cNvSpPr>
          <p:nvPr>
            <p:ph type="sldImg"/>
          </p:nvPr>
        </p:nvSpPr>
        <p:spPr>
          <a:ln/>
        </p:spPr>
      </p:sp>
      <p:sp>
        <p:nvSpPr>
          <p:cNvPr id="23555" name="Marcador de notas 2">
            <a:extLst>
              <a:ext uri="{FF2B5EF4-FFF2-40B4-BE49-F238E27FC236}">
                <a16:creationId xmlns:a16="http://schemas.microsoft.com/office/drawing/2014/main" id="{E7191DC2-4863-0FAB-F733-11D598592E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AR" altLang="es-AR"/>
          </a:p>
        </p:txBody>
      </p:sp>
      <p:sp>
        <p:nvSpPr>
          <p:cNvPr id="23556" name="Marcador de número de diapositiva 3">
            <a:extLst>
              <a:ext uri="{FF2B5EF4-FFF2-40B4-BE49-F238E27FC236}">
                <a16:creationId xmlns:a16="http://schemas.microsoft.com/office/drawing/2014/main" id="{B9829DE0-160A-B6F6-D5ED-A8F4DCE2F4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2DD95EF-F8B8-44BE-A18F-5DD2FA8FC8F2}" type="slidenum">
              <a:rPr lang="es-ES" altLang="es-AR" smtClean="0">
                <a:latin typeface="Times New Roman" panose="02020603050405020304" pitchFamily="18" charset="0"/>
              </a:rPr>
              <a:pPr/>
              <a:t>5</a:t>
            </a:fld>
            <a:endParaRPr lang="es-ES" altLang="es-AR">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Marcador de imagen de diapositiva 1">
            <a:extLst>
              <a:ext uri="{FF2B5EF4-FFF2-40B4-BE49-F238E27FC236}">
                <a16:creationId xmlns:a16="http://schemas.microsoft.com/office/drawing/2014/main" id="{25CECD6B-9DBC-BFB4-B39C-E526CC456777}"/>
              </a:ext>
            </a:extLst>
          </p:cNvPr>
          <p:cNvSpPr>
            <a:spLocks noGrp="1" noRot="1" noChangeAspect="1" noChangeArrowheads="1" noTextEdit="1"/>
          </p:cNvSpPr>
          <p:nvPr>
            <p:ph type="sldImg"/>
          </p:nvPr>
        </p:nvSpPr>
        <p:spPr>
          <a:ln/>
        </p:spPr>
      </p:sp>
      <p:sp>
        <p:nvSpPr>
          <p:cNvPr id="25603" name="Marcador de notas 2">
            <a:extLst>
              <a:ext uri="{FF2B5EF4-FFF2-40B4-BE49-F238E27FC236}">
                <a16:creationId xmlns:a16="http://schemas.microsoft.com/office/drawing/2014/main" id="{EC4CE0BC-CADB-4153-C6C5-1E0A457B7C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AR" altLang="es-AR"/>
          </a:p>
        </p:txBody>
      </p:sp>
      <p:sp>
        <p:nvSpPr>
          <p:cNvPr id="25604" name="Marcador de número de diapositiva 3">
            <a:extLst>
              <a:ext uri="{FF2B5EF4-FFF2-40B4-BE49-F238E27FC236}">
                <a16:creationId xmlns:a16="http://schemas.microsoft.com/office/drawing/2014/main" id="{127FED49-A8F3-139A-EC4D-72955CD062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275F4876-2578-4F7E-89D4-03EF9AD34D32}" type="slidenum">
              <a:rPr lang="es-ES" altLang="es-AR" smtClean="0">
                <a:latin typeface="Times New Roman" panose="02020603050405020304" pitchFamily="18" charset="0"/>
              </a:rPr>
              <a:pPr/>
              <a:t>6</a:t>
            </a:fld>
            <a:endParaRPr lang="es-ES" altLang="es-AR">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Marcador de imagen de diapositiva 1">
            <a:extLst>
              <a:ext uri="{FF2B5EF4-FFF2-40B4-BE49-F238E27FC236}">
                <a16:creationId xmlns:a16="http://schemas.microsoft.com/office/drawing/2014/main" id="{781D5655-A2F5-FDA6-FF10-90D2F3421704}"/>
              </a:ext>
            </a:extLst>
          </p:cNvPr>
          <p:cNvSpPr>
            <a:spLocks noGrp="1" noRot="1" noChangeAspect="1" noChangeArrowheads="1" noTextEdit="1"/>
          </p:cNvSpPr>
          <p:nvPr>
            <p:ph type="sldImg"/>
          </p:nvPr>
        </p:nvSpPr>
        <p:spPr>
          <a:ln/>
        </p:spPr>
      </p:sp>
      <p:sp>
        <p:nvSpPr>
          <p:cNvPr id="27651" name="Marcador de notas 2">
            <a:extLst>
              <a:ext uri="{FF2B5EF4-FFF2-40B4-BE49-F238E27FC236}">
                <a16:creationId xmlns:a16="http://schemas.microsoft.com/office/drawing/2014/main" id="{A01FD411-7CC5-CD7A-2E8F-31EB340301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AR" altLang="es-AR"/>
          </a:p>
        </p:txBody>
      </p:sp>
      <p:sp>
        <p:nvSpPr>
          <p:cNvPr id="27652" name="Marcador de número de diapositiva 3">
            <a:extLst>
              <a:ext uri="{FF2B5EF4-FFF2-40B4-BE49-F238E27FC236}">
                <a16:creationId xmlns:a16="http://schemas.microsoft.com/office/drawing/2014/main" id="{6D6D5FC7-2EE2-DB5D-5633-662D269CD0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F29926A6-BF6C-466A-9CDB-C6DA128C398A}" type="slidenum">
              <a:rPr lang="es-ES" altLang="es-AR" smtClean="0">
                <a:latin typeface="Times New Roman" panose="02020603050405020304" pitchFamily="18" charset="0"/>
              </a:rPr>
              <a:pPr/>
              <a:t>7</a:t>
            </a:fld>
            <a:endParaRPr lang="es-ES" altLang="es-AR">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7C2C5F5D-D00D-C284-DC69-CEEF781E0A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2AF834F-B503-4A62-87FA-5B67F2835130}" type="slidenum">
              <a:rPr lang="es-ES" altLang="es-AR" smtClean="0"/>
              <a:pPr>
                <a:spcBef>
                  <a:spcPct val="0"/>
                </a:spcBef>
              </a:pPr>
              <a:t>8</a:t>
            </a:fld>
            <a:endParaRPr lang="es-ES" altLang="es-AR"/>
          </a:p>
        </p:txBody>
      </p:sp>
      <p:sp>
        <p:nvSpPr>
          <p:cNvPr id="29699" name="Rectangle 2">
            <a:extLst>
              <a:ext uri="{FF2B5EF4-FFF2-40B4-BE49-F238E27FC236}">
                <a16:creationId xmlns:a16="http://schemas.microsoft.com/office/drawing/2014/main" id="{5B903F77-E67F-9B7E-7D3A-18D6D5772BB6}"/>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EC293C71-C772-3BB9-45B0-459C33DC5E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AR" altLang="es-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DE5DDE45-7C54-53BA-57BA-E43F3CF54D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736CB77-6776-4653-A79A-ECFF1F61B33E}" type="slidenum">
              <a:rPr lang="es-ES" altLang="es-AR" smtClean="0"/>
              <a:pPr>
                <a:spcBef>
                  <a:spcPct val="0"/>
                </a:spcBef>
              </a:pPr>
              <a:t>9</a:t>
            </a:fld>
            <a:endParaRPr lang="es-ES" altLang="es-AR"/>
          </a:p>
        </p:txBody>
      </p:sp>
      <p:sp>
        <p:nvSpPr>
          <p:cNvPr id="31747" name="Rectangle 2">
            <a:extLst>
              <a:ext uri="{FF2B5EF4-FFF2-40B4-BE49-F238E27FC236}">
                <a16:creationId xmlns:a16="http://schemas.microsoft.com/office/drawing/2014/main" id="{56D9D6D2-F691-0A7D-145C-4CB93383E32C}"/>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A6116285-666E-D5BF-0ABC-EFB9B0EB6B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AR" altLang="es-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CF45E-951F-1E49-978D-CC48EEA32951}"/>
            </a:ext>
          </a:extLst>
        </p:cNvPr>
        <p:cNvGrpSpPr/>
        <p:nvPr/>
      </p:nvGrpSpPr>
      <p:grpSpPr>
        <a:xfrm>
          <a:off x="0" y="0"/>
          <a:ext cx="0" cy="0"/>
          <a:chOff x="0" y="0"/>
          <a:chExt cx="0" cy="0"/>
        </a:xfrm>
      </p:grpSpPr>
      <p:sp>
        <p:nvSpPr>
          <p:cNvPr id="31746" name="Rectangle 7">
            <a:extLst>
              <a:ext uri="{FF2B5EF4-FFF2-40B4-BE49-F238E27FC236}">
                <a16:creationId xmlns:a16="http://schemas.microsoft.com/office/drawing/2014/main" id="{8E8E5EC8-830B-F687-AF9B-0E5DF71CDA0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736CB77-6776-4653-A79A-ECFF1F61B33E}" type="slidenum">
              <a:rPr lang="es-ES" altLang="es-AR" smtClean="0"/>
              <a:pPr>
                <a:spcBef>
                  <a:spcPct val="0"/>
                </a:spcBef>
              </a:pPr>
              <a:t>10</a:t>
            </a:fld>
            <a:endParaRPr lang="es-ES" altLang="es-AR"/>
          </a:p>
        </p:txBody>
      </p:sp>
      <p:sp>
        <p:nvSpPr>
          <p:cNvPr id="31747" name="Rectangle 2">
            <a:extLst>
              <a:ext uri="{FF2B5EF4-FFF2-40B4-BE49-F238E27FC236}">
                <a16:creationId xmlns:a16="http://schemas.microsoft.com/office/drawing/2014/main" id="{733C9B80-5B4A-FCD5-F755-FF4301C79564}"/>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D9CB9E31-9E2F-DC34-E415-6F7495B28E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AR" altLang="es-AR"/>
          </a:p>
        </p:txBody>
      </p:sp>
    </p:spTree>
    <p:extLst>
      <p:ext uri="{BB962C8B-B14F-4D97-AF65-F5344CB8AC3E}">
        <p14:creationId xmlns:p14="http://schemas.microsoft.com/office/powerpoint/2010/main" val="41781187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AC2C9005-29EC-DBEB-8016-F2DF183561E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CCF2528-FD38-46BC-B499-3139AD7602EA}" type="slidenum">
              <a:rPr lang="es-ES" altLang="es-AR" smtClean="0"/>
              <a:pPr>
                <a:spcBef>
                  <a:spcPct val="0"/>
                </a:spcBef>
              </a:pPr>
              <a:t>11</a:t>
            </a:fld>
            <a:endParaRPr lang="es-ES" altLang="es-AR"/>
          </a:p>
        </p:txBody>
      </p:sp>
      <p:sp>
        <p:nvSpPr>
          <p:cNvPr id="33795" name="Rectangle 2">
            <a:extLst>
              <a:ext uri="{FF2B5EF4-FFF2-40B4-BE49-F238E27FC236}">
                <a16:creationId xmlns:a16="http://schemas.microsoft.com/office/drawing/2014/main" id="{FAF336A6-6A55-7DA1-662C-F9EE560FE290}"/>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3C057E15-1808-D5B5-6564-BF5C587B66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AR" altLang="es-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A593C-057E-6AF2-1867-AA6521966107}"/>
            </a:ext>
          </a:extLst>
        </p:cNvPr>
        <p:cNvGrpSpPr/>
        <p:nvPr/>
      </p:nvGrpSpPr>
      <p:grpSpPr>
        <a:xfrm>
          <a:off x="0" y="0"/>
          <a:ext cx="0" cy="0"/>
          <a:chOff x="0" y="0"/>
          <a:chExt cx="0" cy="0"/>
        </a:xfrm>
      </p:grpSpPr>
      <p:sp>
        <p:nvSpPr>
          <p:cNvPr id="29698" name="Rectangle 7">
            <a:extLst>
              <a:ext uri="{FF2B5EF4-FFF2-40B4-BE49-F238E27FC236}">
                <a16:creationId xmlns:a16="http://schemas.microsoft.com/office/drawing/2014/main" id="{5E6A5AF0-7218-CC26-2354-092268E7C1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2AF834F-B503-4A62-87FA-5B67F2835130}" type="slidenum">
              <a:rPr lang="es-ES" altLang="es-AR" smtClean="0"/>
              <a:pPr>
                <a:spcBef>
                  <a:spcPct val="0"/>
                </a:spcBef>
              </a:pPr>
              <a:t>12</a:t>
            </a:fld>
            <a:endParaRPr lang="es-ES" altLang="es-AR"/>
          </a:p>
        </p:txBody>
      </p:sp>
      <p:sp>
        <p:nvSpPr>
          <p:cNvPr id="29699" name="Rectangle 2">
            <a:extLst>
              <a:ext uri="{FF2B5EF4-FFF2-40B4-BE49-F238E27FC236}">
                <a16:creationId xmlns:a16="http://schemas.microsoft.com/office/drawing/2014/main" id="{E7DC1B26-661D-A35A-A846-304065357FD2}"/>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F3F3A777-7C46-B385-D030-3B348AB359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AR" altLang="es-AR"/>
          </a:p>
        </p:txBody>
      </p:sp>
    </p:spTree>
    <p:extLst>
      <p:ext uri="{BB962C8B-B14F-4D97-AF65-F5344CB8AC3E}">
        <p14:creationId xmlns:p14="http://schemas.microsoft.com/office/powerpoint/2010/main" val="30339008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992DA-E083-C7A0-F11A-AFEABC13F3CA}"/>
            </a:ext>
          </a:extLst>
        </p:cNvPr>
        <p:cNvGrpSpPr/>
        <p:nvPr/>
      </p:nvGrpSpPr>
      <p:grpSpPr>
        <a:xfrm>
          <a:off x="0" y="0"/>
          <a:ext cx="0" cy="0"/>
          <a:chOff x="0" y="0"/>
          <a:chExt cx="0" cy="0"/>
        </a:xfrm>
      </p:grpSpPr>
      <p:sp>
        <p:nvSpPr>
          <p:cNvPr id="31746" name="Rectangle 7">
            <a:extLst>
              <a:ext uri="{FF2B5EF4-FFF2-40B4-BE49-F238E27FC236}">
                <a16:creationId xmlns:a16="http://schemas.microsoft.com/office/drawing/2014/main" id="{F36153A0-E62E-07E7-BECC-6C608152950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736CB77-6776-4653-A79A-ECFF1F61B33E}" type="slidenum">
              <a:rPr lang="es-ES" altLang="es-AR" smtClean="0"/>
              <a:pPr>
                <a:spcBef>
                  <a:spcPct val="0"/>
                </a:spcBef>
              </a:pPr>
              <a:t>13</a:t>
            </a:fld>
            <a:endParaRPr lang="es-ES" altLang="es-AR"/>
          </a:p>
        </p:txBody>
      </p:sp>
      <p:sp>
        <p:nvSpPr>
          <p:cNvPr id="31747" name="Rectangle 2">
            <a:extLst>
              <a:ext uri="{FF2B5EF4-FFF2-40B4-BE49-F238E27FC236}">
                <a16:creationId xmlns:a16="http://schemas.microsoft.com/office/drawing/2014/main" id="{4FC16B51-C7CE-6550-1BFE-A25252C9D8BC}"/>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B0CB8C65-0C7C-3395-BF27-B31C6BD23E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AR" altLang="es-AR"/>
          </a:p>
        </p:txBody>
      </p:sp>
    </p:spTree>
    <p:extLst>
      <p:ext uri="{BB962C8B-B14F-4D97-AF65-F5344CB8AC3E}">
        <p14:creationId xmlns:p14="http://schemas.microsoft.com/office/powerpoint/2010/main" val="19981684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F740A-526D-8C14-AF05-D75AE396ECEF}"/>
            </a:ext>
          </a:extLst>
        </p:cNvPr>
        <p:cNvGrpSpPr/>
        <p:nvPr/>
      </p:nvGrpSpPr>
      <p:grpSpPr>
        <a:xfrm>
          <a:off x="0" y="0"/>
          <a:ext cx="0" cy="0"/>
          <a:chOff x="0" y="0"/>
          <a:chExt cx="0" cy="0"/>
        </a:xfrm>
      </p:grpSpPr>
      <p:sp>
        <p:nvSpPr>
          <p:cNvPr id="31746" name="Rectangle 7">
            <a:extLst>
              <a:ext uri="{FF2B5EF4-FFF2-40B4-BE49-F238E27FC236}">
                <a16:creationId xmlns:a16="http://schemas.microsoft.com/office/drawing/2014/main" id="{1FD3F1EC-00EB-8AB9-CC56-A4C83C252B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736CB77-6776-4653-A79A-ECFF1F61B33E}" type="slidenum">
              <a:rPr lang="es-ES" altLang="es-AR" smtClean="0"/>
              <a:pPr>
                <a:spcBef>
                  <a:spcPct val="0"/>
                </a:spcBef>
              </a:pPr>
              <a:t>14</a:t>
            </a:fld>
            <a:endParaRPr lang="es-ES" altLang="es-AR"/>
          </a:p>
        </p:txBody>
      </p:sp>
      <p:sp>
        <p:nvSpPr>
          <p:cNvPr id="31747" name="Rectangle 2">
            <a:extLst>
              <a:ext uri="{FF2B5EF4-FFF2-40B4-BE49-F238E27FC236}">
                <a16:creationId xmlns:a16="http://schemas.microsoft.com/office/drawing/2014/main" id="{3FC06E57-979A-FFDE-6509-30A1C79A824A}"/>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2EFEF0DE-716D-D79C-5F91-CBB498CC5C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AR" altLang="es-AR"/>
          </a:p>
        </p:txBody>
      </p:sp>
    </p:spTree>
    <p:extLst>
      <p:ext uri="{BB962C8B-B14F-4D97-AF65-F5344CB8AC3E}">
        <p14:creationId xmlns:p14="http://schemas.microsoft.com/office/powerpoint/2010/main" val="19151515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0922EC59-DFDE-8368-6253-158042F70A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AAAB17B-0BF1-4201-A95D-D0317B4B5C44}" type="slidenum">
              <a:rPr lang="es-ES" altLang="es-AR" smtClean="0"/>
              <a:pPr>
                <a:spcBef>
                  <a:spcPct val="0"/>
                </a:spcBef>
              </a:pPr>
              <a:t>15</a:t>
            </a:fld>
            <a:endParaRPr lang="es-ES" altLang="es-AR"/>
          </a:p>
        </p:txBody>
      </p:sp>
      <p:sp>
        <p:nvSpPr>
          <p:cNvPr id="35843" name="Rectangle 2">
            <a:extLst>
              <a:ext uri="{FF2B5EF4-FFF2-40B4-BE49-F238E27FC236}">
                <a16:creationId xmlns:a16="http://schemas.microsoft.com/office/drawing/2014/main" id="{0D4D80D0-BCDD-A753-41EE-FE70DA013666}"/>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AC7A27B4-94DA-9C84-1C22-5A16F71431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AR" altLang="es-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45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solidFill>
                  <a:schemeClr val="tx1">
                    <a:lumMod val="75000"/>
                    <a:lumOff val="25000"/>
                  </a:schemeClr>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s-ES"/>
              <a:t>Haga clic para modificar el estilo de subtítulo del patrón</a:t>
            </a:r>
            <a:endParaRPr lang="en-US" dirty="0"/>
          </a:p>
        </p:txBody>
      </p:sp>
      <p:sp>
        <p:nvSpPr>
          <p:cNvPr id="4" name="Date Placeholder 3">
            <a:extLst>
              <a:ext uri="{FF2B5EF4-FFF2-40B4-BE49-F238E27FC236}">
                <a16:creationId xmlns:a16="http://schemas.microsoft.com/office/drawing/2014/main" id="{247B751B-91DF-2353-9894-C2B6B82F068D}"/>
              </a:ext>
            </a:extLst>
          </p:cNvPr>
          <p:cNvSpPr>
            <a:spLocks noGrp="1"/>
          </p:cNvSpPr>
          <p:nvPr>
            <p:ph type="dt" sz="half" idx="10"/>
          </p:nvPr>
        </p:nvSpPr>
        <p:spPr/>
        <p:txBody>
          <a:bodyPr/>
          <a:lstStyle>
            <a:lvl1pPr>
              <a:defRPr/>
            </a:lvl1pPr>
          </a:lstStyle>
          <a:p>
            <a:pPr>
              <a:defRPr/>
            </a:pPr>
            <a:r>
              <a:rPr lang="es-ES_tradnl"/>
              <a:t>Clase 1</a:t>
            </a:r>
            <a:endParaRPr lang="es-ES"/>
          </a:p>
        </p:txBody>
      </p:sp>
      <p:sp>
        <p:nvSpPr>
          <p:cNvPr id="5" name="Footer Placeholder 4">
            <a:extLst>
              <a:ext uri="{FF2B5EF4-FFF2-40B4-BE49-F238E27FC236}">
                <a16:creationId xmlns:a16="http://schemas.microsoft.com/office/drawing/2014/main" id="{CF8724E3-3D13-6490-0794-3A0969369CEA}"/>
              </a:ext>
            </a:extLst>
          </p:cNvPr>
          <p:cNvSpPr>
            <a:spLocks noGrp="1"/>
          </p:cNvSpPr>
          <p:nvPr>
            <p:ph type="ftr" sz="quarter" idx="11"/>
          </p:nvPr>
        </p:nvSpPr>
        <p:spPr/>
        <p:txBody>
          <a:bodyPr/>
          <a:lstStyle>
            <a:lvl1pPr>
              <a:defRPr/>
            </a:lvl1pPr>
          </a:lstStyle>
          <a:p>
            <a:pPr>
              <a:defRPr/>
            </a:pPr>
            <a:r>
              <a:rPr lang="es-ES"/>
              <a:t>Algoritmos, Datos y Programas 2010</a:t>
            </a:r>
          </a:p>
        </p:txBody>
      </p:sp>
      <p:sp>
        <p:nvSpPr>
          <p:cNvPr id="6" name="Slide Number Placeholder 5">
            <a:extLst>
              <a:ext uri="{FF2B5EF4-FFF2-40B4-BE49-F238E27FC236}">
                <a16:creationId xmlns:a16="http://schemas.microsoft.com/office/drawing/2014/main" id="{8BCAB597-C025-4652-C318-EA5B1A11CA7C}"/>
              </a:ext>
            </a:extLst>
          </p:cNvPr>
          <p:cNvSpPr>
            <a:spLocks noGrp="1"/>
          </p:cNvSpPr>
          <p:nvPr>
            <p:ph type="sldNum" sz="quarter" idx="12"/>
          </p:nvPr>
        </p:nvSpPr>
        <p:spPr/>
        <p:txBody>
          <a:bodyPr/>
          <a:lstStyle>
            <a:lvl1pPr>
              <a:defRPr/>
            </a:lvl1pPr>
          </a:lstStyle>
          <a:p>
            <a:pPr>
              <a:defRPr/>
            </a:pPr>
            <a:fld id="{D13F2316-F4DC-4045-87C8-9E6022CF3905}" type="slidenum">
              <a:rPr lang="es-ES" altLang="es-AR"/>
              <a:pPr>
                <a:defRPr/>
              </a:pPr>
              <a:t>‹Nº›</a:t>
            </a:fld>
            <a:endParaRPr lang="es-ES" altLang="es-AR"/>
          </a:p>
        </p:txBody>
      </p:sp>
    </p:spTree>
    <p:extLst>
      <p:ext uri="{BB962C8B-B14F-4D97-AF65-F5344CB8AC3E}">
        <p14:creationId xmlns:p14="http://schemas.microsoft.com/office/powerpoint/2010/main" val="2360208153"/>
      </p:ext>
    </p:extLst>
  </p:cSld>
  <p:clrMapOvr>
    <a:masterClrMapping/>
  </p:clrMapOvr>
  <p:transition spd="slow">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a:extLst>
              <a:ext uri="{FF2B5EF4-FFF2-40B4-BE49-F238E27FC236}">
                <a16:creationId xmlns:a16="http://schemas.microsoft.com/office/drawing/2014/main" id="{3E9D0A16-951E-1A0F-50FD-E2ADB926018D}"/>
              </a:ext>
            </a:extLst>
          </p:cNvPr>
          <p:cNvSpPr>
            <a:spLocks noGrp="1"/>
          </p:cNvSpPr>
          <p:nvPr>
            <p:ph type="dt" sz="half" idx="10"/>
          </p:nvPr>
        </p:nvSpPr>
        <p:spPr/>
        <p:txBody>
          <a:bodyPr/>
          <a:lstStyle>
            <a:lvl1pPr>
              <a:defRPr/>
            </a:lvl1pPr>
          </a:lstStyle>
          <a:p>
            <a:pPr>
              <a:defRPr/>
            </a:pPr>
            <a:r>
              <a:rPr lang="es-ES_tradnl"/>
              <a:t>Clase 1</a:t>
            </a:r>
            <a:endParaRPr lang="es-ES"/>
          </a:p>
        </p:txBody>
      </p:sp>
      <p:sp>
        <p:nvSpPr>
          <p:cNvPr id="5" name="Footer Placeholder 4">
            <a:extLst>
              <a:ext uri="{FF2B5EF4-FFF2-40B4-BE49-F238E27FC236}">
                <a16:creationId xmlns:a16="http://schemas.microsoft.com/office/drawing/2014/main" id="{906B33BD-F8A0-6EF4-E26F-5E189F58CA6A}"/>
              </a:ext>
            </a:extLst>
          </p:cNvPr>
          <p:cNvSpPr>
            <a:spLocks noGrp="1"/>
          </p:cNvSpPr>
          <p:nvPr>
            <p:ph type="ftr" sz="quarter" idx="11"/>
          </p:nvPr>
        </p:nvSpPr>
        <p:spPr/>
        <p:txBody>
          <a:bodyPr/>
          <a:lstStyle>
            <a:lvl1pPr>
              <a:defRPr/>
            </a:lvl1pPr>
          </a:lstStyle>
          <a:p>
            <a:pPr>
              <a:defRPr/>
            </a:pPr>
            <a:r>
              <a:rPr lang="es-ES"/>
              <a:t>Algoritmos, Datos y Programas 2010</a:t>
            </a:r>
          </a:p>
        </p:txBody>
      </p:sp>
      <p:sp>
        <p:nvSpPr>
          <p:cNvPr id="6" name="Slide Number Placeholder 5">
            <a:extLst>
              <a:ext uri="{FF2B5EF4-FFF2-40B4-BE49-F238E27FC236}">
                <a16:creationId xmlns:a16="http://schemas.microsoft.com/office/drawing/2014/main" id="{A991BE12-83AC-0010-CD7C-19AC14A0A08A}"/>
              </a:ext>
            </a:extLst>
          </p:cNvPr>
          <p:cNvSpPr>
            <a:spLocks noGrp="1"/>
          </p:cNvSpPr>
          <p:nvPr>
            <p:ph type="sldNum" sz="quarter" idx="12"/>
          </p:nvPr>
        </p:nvSpPr>
        <p:spPr/>
        <p:txBody>
          <a:bodyPr/>
          <a:lstStyle>
            <a:lvl1pPr>
              <a:defRPr/>
            </a:lvl1pPr>
          </a:lstStyle>
          <a:p>
            <a:pPr>
              <a:defRPr/>
            </a:pPr>
            <a:fld id="{8A1A6FE1-1FAE-41F9-A8EF-05F7DFA883BC}" type="slidenum">
              <a:rPr lang="es-ES" altLang="es-AR"/>
              <a:pPr>
                <a:defRPr/>
              </a:pPr>
              <a:t>‹Nº›</a:t>
            </a:fld>
            <a:endParaRPr lang="es-ES" altLang="es-AR"/>
          </a:p>
        </p:txBody>
      </p:sp>
    </p:spTree>
    <p:extLst>
      <p:ext uri="{BB962C8B-B14F-4D97-AF65-F5344CB8AC3E}">
        <p14:creationId xmlns:p14="http://schemas.microsoft.com/office/powerpoint/2010/main" val="2525588109"/>
      </p:ext>
    </p:extLst>
  </p:cSld>
  <p:clrMapOvr>
    <a:masterClrMapping/>
  </p:clrMapOvr>
  <p:transition spd="slow">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1" y="1712423"/>
            <a:ext cx="10515600" cy="2851208"/>
          </a:xfrm>
        </p:spPr>
        <p:txBody>
          <a:bodyPr anchor="b">
            <a:normAutofit/>
          </a:bodyPr>
          <a:lstStyle>
            <a:lvl1pPr>
              <a:defRPr sz="4500" b="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1" y="4552635"/>
            <a:ext cx="10515600" cy="1500187"/>
          </a:xfrm>
        </p:spPr>
        <p:txBody>
          <a:bodyPr/>
          <a:lstStyle>
            <a:lvl1pPr marL="0" indent="0">
              <a:buNone/>
              <a:defRPr sz="180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s-ES"/>
              <a:t>Haga clic para modificar el estilo de texto del patrón</a:t>
            </a:r>
          </a:p>
        </p:txBody>
      </p:sp>
      <p:sp>
        <p:nvSpPr>
          <p:cNvPr id="4" name="Date Placeholder 3">
            <a:extLst>
              <a:ext uri="{FF2B5EF4-FFF2-40B4-BE49-F238E27FC236}">
                <a16:creationId xmlns:a16="http://schemas.microsoft.com/office/drawing/2014/main" id="{653DFD02-B4A6-4E6A-6BF8-7C6E55DF285A}"/>
              </a:ext>
            </a:extLst>
          </p:cNvPr>
          <p:cNvSpPr>
            <a:spLocks noGrp="1"/>
          </p:cNvSpPr>
          <p:nvPr>
            <p:ph type="dt" sz="half" idx="10"/>
          </p:nvPr>
        </p:nvSpPr>
        <p:spPr/>
        <p:txBody>
          <a:bodyPr/>
          <a:lstStyle>
            <a:lvl1pPr>
              <a:defRPr/>
            </a:lvl1pPr>
          </a:lstStyle>
          <a:p>
            <a:pPr>
              <a:defRPr/>
            </a:pPr>
            <a:r>
              <a:rPr lang="es-ES_tradnl"/>
              <a:t>Clase 1</a:t>
            </a:r>
            <a:endParaRPr lang="es-ES"/>
          </a:p>
        </p:txBody>
      </p:sp>
      <p:sp>
        <p:nvSpPr>
          <p:cNvPr id="5" name="Footer Placeholder 4">
            <a:extLst>
              <a:ext uri="{FF2B5EF4-FFF2-40B4-BE49-F238E27FC236}">
                <a16:creationId xmlns:a16="http://schemas.microsoft.com/office/drawing/2014/main" id="{6ACB7855-368E-24B9-5FE1-47FCDF84B3E9}"/>
              </a:ext>
            </a:extLst>
          </p:cNvPr>
          <p:cNvSpPr>
            <a:spLocks noGrp="1"/>
          </p:cNvSpPr>
          <p:nvPr>
            <p:ph type="ftr" sz="quarter" idx="11"/>
          </p:nvPr>
        </p:nvSpPr>
        <p:spPr/>
        <p:txBody>
          <a:bodyPr/>
          <a:lstStyle>
            <a:lvl1pPr>
              <a:defRPr/>
            </a:lvl1pPr>
          </a:lstStyle>
          <a:p>
            <a:pPr>
              <a:defRPr/>
            </a:pPr>
            <a:r>
              <a:rPr lang="es-ES"/>
              <a:t>Algoritmos, Datos y Programas 2010</a:t>
            </a:r>
          </a:p>
        </p:txBody>
      </p:sp>
      <p:sp>
        <p:nvSpPr>
          <p:cNvPr id="6" name="Slide Number Placeholder 5">
            <a:extLst>
              <a:ext uri="{FF2B5EF4-FFF2-40B4-BE49-F238E27FC236}">
                <a16:creationId xmlns:a16="http://schemas.microsoft.com/office/drawing/2014/main" id="{05CEC6EE-7E2D-96E5-FE9A-98C0BC672CB0}"/>
              </a:ext>
            </a:extLst>
          </p:cNvPr>
          <p:cNvSpPr>
            <a:spLocks noGrp="1"/>
          </p:cNvSpPr>
          <p:nvPr>
            <p:ph type="sldNum" sz="quarter" idx="12"/>
          </p:nvPr>
        </p:nvSpPr>
        <p:spPr/>
        <p:txBody>
          <a:bodyPr/>
          <a:lstStyle>
            <a:lvl1pPr>
              <a:defRPr/>
            </a:lvl1pPr>
          </a:lstStyle>
          <a:p>
            <a:pPr>
              <a:defRPr/>
            </a:pPr>
            <a:fld id="{3DAF1355-8E16-423C-8CD3-39E859EE6F22}" type="slidenum">
              <a:rPr lang="es-ES" altLang="es-AR"/>
              <a:pPr>
                <a:defRPr/>
              </a:pPr>
              <a:t>‹Nº›</a:t>
            </a:fld>
            <a:endParaRPr lang="es-ES" altLang="es-AR"/>
          </a:p>
        </p:txBody>
      </p:sp>
    </p:spTree>
    <p:extLst>
      <p:ext uri="{BB962C8B-B14F-4D97-AF65-F5344CB8AC3E}">
        <p14:creationId xmlns:p14="http://schemas.microsoft.com/office/powerpoint/2010/main" val="2697176078"/>
      </p:ext>
    </p:extLst>
  </p:cSld>
  <p:clrMapOvr>
    <a:masterClrMapping/>
  </p:clrMapOvr>
  <p:transition spd="slow">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45127" y="1828802"/>
            <a:ext cx="5181600" cy="435133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8802"/>
            <a:ext cx="5181600" cy="435133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a:extLst>
              <a:ext uri="{FF2B5EF4-FFF2-40B4-BE49-F238E27FC236}">
                <a16:creationId xmlns:a16="http://schemas.microsoft.com/office/drawing/2014/main" id="{7C801FE8-18F6-03F3-35CE-FFC4F038D45E}"/>
              </a:ext>
            </a:extLst>
          </p:cNvPr>
          <p:cNvSpPr>
            <a:spLocks noGrp="1"/>
          </p:cNvSpPr>
          <p:nvPr>
            <p:ph type="dt" sz="half" idx="10"/>
          </p:nvPr>
        </p:nvSpPr>
        <p:spPr/>
        <p:txBody>
          <a:bodyPr/>
          <a:lstStyle>
            <a:lvl1pPr>
              <a:defRPr/>
            </a:lvl1pPr>
          </a:lstStyle>
          <a:p>
            <a:pPr>
              <a:defRPr/>
            </a:pPr>
            <a:r>
              <a:rPr lang="es-ES_tradnl"/>
              <a:t>Clase 1</a:t>
            </a:r>
            <a:endParaRPr lang="es-ES"/>
          </a:p>
        </p:txBody>
      </p:sp>
      <p:sp>
        <p:nvSpPr>
          <p:cNvPr id="6" name="Footer Placeholder 5">
            <a:extLst>
              <a:ext uri="{FF2B5EF4-FFF2-40B4-BE49-F238E27FC236}">
                <a16:creationId xmlns:a16="http://schemas.microsoft.com/office/drawing/2014/main" id="{125EDE39-5371-E579-CA82-E0693ABC50FD}"/>
              </a:ext>
            </a:extLst>
          </p:cNvPr>
          <p:cNvSpPr>
            <a:spLocks noGrp="1"/>
          </p:cNvSpPr>
          <p:nvPr>
            <p:ph type="ftr" sz="quarter" idx="11"/>
          </p:nvPr>
        </p:nvSpPr>
        <p:spPr/>
        <p:txBody>
          <a:bodyPr/>
          <a:lstStyle>
            <a:lvl1pPr>
              <a:defRPr/>
            </a:lvl1pPr>
          </a:lstStyle>
          <a:p>
            <a:pPr>
              <a:defRPr/>
            </a:pPr>
            <a:r>
              <a:rPr lang="es-ES"/>
              <a:t>Algoritmos, Datos y Programas 2010</a:t>
            </a:r>
          </a:p>
        </p:txBody>
      </p:sp>
      <p:sp>
        <p:nvSpPr>
          <p:cNvPr id="7" name="Slide Number Placeholder 6">
            <a:extLst>
              <a:ext uri="{FF2B5EF4-FFF2-40B4-BE49-F238E27FC236}">
                <a16:creationId xmlns:a16="http://schemas.microsoft.com/office/drawing/2014/main" id="{E9C1D601-5AC6-79D6-9BF1-9F5C725D285D}"/>
              </a:ext>
            </a:extLst>
          </p:cNvPr>
          <p:cNvSpPr>
            <a:spLocks noGrp="1"/>
          </p:cNvSpPr>
          <p:nvPr>
            <p:ph type="sldNum" sz="quarter" idx="12"/>
          </p:nvPr>
        </p:nvSpPr>
        <p:spPr/>
        <p:txBody>
          <a:bodyPr/>
          <a:lstStyle>
            <a:lvl1pPr>
              <a:defRPr/>
            </a:lvl1pPr>
          </a:lstStyle>
          <a:p>
            <a:pPr>
              <a:defRPr/>
            </a:pPr>
            <a:fld id="{2BA3B802-7178-4F27-95E3-A584AD0BC023}" type="slidenum">
              <a:rPr lang="es-ES" altLang="es-AR"/>
              <a:pPr>
                <a:defRPr/>
              </a:pPr>
              <a:t>‹Nº›</a:t>
            </a:fld>
            <a:endParaRPr lang="es-ES" altLang="es-AR"/>
          </a:p>
        </p:txBody>
      </p:sp>
    </p:spTree>
    <p:extLst>
      <p:ext uri="{BB962C8B-B14F-4D97-AF65-F5344CB8AC3E}">
        <p14:creationId xmlns:p14="http://schemas.microsoft.com/office/powerpoint/2010/main" val="3273147050"/>
      </p:ext>
    </p:extLst>
  </p:cSld>
  <p:clrMapOvr>
    <a:masterClrMapping/>
  </p:clrMapOvr>
  <p:transition spd="slow">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ació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2"/>
            <a:ext cx="5156200" cy="825699"/>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el estilo de texto del patrón</a:t>
            </a:r>
          </a:p>
        </p:txBody>
      </p:sp>
      <p:sp>
        <p:nvSpPr>
          <p:cNvPr id="4" name="Content Placeholder 3"/>
          <p:cNvSpPr>
            <a:spLocks noGrp="1"/>
          </p:cNvSpPr>
          <p:nvPr>
            <p:ph sz="half" idx="2"/>
          </p:nvPr>
        </p:nvSpPr>
        <p:spPr>
          <a:xfrm>
            <a:off x="845127" y="2507552"/>
            <a:ext cx="5156200" cy="3680525"/>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72201" y="1681851"/>
            <a:ext cx="5181601" cy="825698"/>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el estilo de texto del patrón</a:t>
            </a:r>
          </a:p>
        </p:txBody>
      </p:sp>
      <p:sp>
        <p:nvSpPr>
          <p:cNvPr id="6" name="Content Placeholder 5"/>
          <p:cNvSpPr>
            <a:spLocks noGrp="1"/>
          </p:cNvSpPr>
          <p:nvPr>
            <p:ph sz="quarter" idx="4"/>
          </p:nvPr>
        </p:nvSpPr>
        <p:spPr>
          <a:xfrm>
            <a:off x="6172201" y="2507552"/>
            <a:ext cx="5181601" cy="3680525"/>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2" name="Date Placeholder 6">
            <a:extLst>
              <a:ext uri="{FF2B5EF4-FFF2-40B4-BE49-F238E27FC236}">
                <a16:creationId xmlns:a16="http://schemas.microsoft.com/office/drawing/2014/main" id="{56D3C59A-163C-61F8-6992-C0484583D1B5}"/>
              </a:ext>
            </a:extLst>
          </p:cNvPr>
          <p:cNvSpPr>
            <a:spLocks noGrp="1"/>
          </p:cNvSpPr>
          <p:nvPr>
            <p:ph type="dt" sz="half" idx="10"/>
          </p:nvPr>
        </p:nvSpPr>
        <p:spPr/>
        <p:txBody>
          <a:bodyPr/>
          <a:lstStyle>
            <a:lvl1pPr>
              <a:defRPr/>
            </a:lvl1pPr>
          </a:lstStyle>
          <a:p>
            <a:pPr>
              <a:defRPr/>
            </a:pPr>
            <a:r>
              <a:rPr lang="es-ES_tradnl"/>
              <a:t>Clase 1</a:t>
            </a:r>
            <a:endParaRPr lang="es-ES"/>
          </a:p>
        </p:txBody>
      </p:sp>
      <p:sp>
        <p:nvSpPr>
          <p:cNvPr id="7" name="Footer Placeholder 7">
            <a:extLst>
              <a:ext uri="{FF2B5EF4-FFF2-40B4-BE49-F238E27FC236}">
                <a16:creationId xmlns:a16="http://schemas.microsoft.com/office/drawing/2014/main" id="{00E4170B-958D-7B51-422F-3EC6EEE4662B}"/>
              </a:ext>
            </a:extLst>
          </p:cNvPr>
          <p:cNvSpPr>
            <a:spLocks noGrp="1"/>
          </p:cNvSpPr>
          <p:nvPr>
            <p:ph type="ftr" sz="quarter" idx="11"/>
          </p:nvPr>
        </p:nvSpPr>
        <p:spPr/>
        <p:txBody>
          <a:bodyPr/>
          <a:lstStyle>
            <a:lvl1pPr>
              <a:defRPr/>
            </a:lvl1pPr>
          </a:lstStyle>
          <a:p>
            <a:pPr>
              <a:defRPr/>
            </a:pPr>
            <a:r>
              <a:rPr lang="es-ES"/>
              <a:t>Algoritmos, Datos y Programas 2010</a:t>
            </a:r>
          </a:p>
        </p:txBody>
      </p:sp>
      <p:sp>
        <p:nvSpPr>
          <p:cNvPr id="8" name="Slide Number Placeholder 8">
            <a:extLst>
              <a:ext uri="{FF2B5EF4-FFF2-40B4-BE49-F238E27FC236}">
                <a16:creationId xmlns:a16="http://schemas.microsoft.com/office/drawing/2014/main" id="{81A68A0C-A48B-D59C-3B1E-63824907655A}"/>
              </a:ext>
            </a:extLst>
          </p:cNvPr>
          <p:cNvSpPr>
            <a:spLocks noGrp="1"/>
          </p:cNvSpPr>
          <p:nvPr>
            <p:ph type="sldNum" sz="quarter" idx="12"/>
          </p:nvPr>
        </p:nvSpPr>
        <p:spPr/>
        <p:txBody>
          <a:bodyPr/>
          <a:lstStyle>
            <a:lvl1pPr>
              <a:defRPr/>
            </a:lvl1pPr>
          </a:lstStyle>
          <a:p>
            <a:pPr>
              <a:defRPr/>
            </a:pPr>
            <a:fld id="{78E570B4-4D09-4198-AD06-623F24D6A6E6}" type="slidenum">
              <a:rPr lang="es-ES" altLang="es-AR"/>
              <a:pPr>
                <a:defRPr/>
              </a:pPr>
              <a:t>‹Nº›</a:t>
            </a:fld>
            <a:endParaRPr lang="es-ES" altLang="es-AR"/>
          </a:p>
        </p:txBody>
      </p:sp>
    </p:spTree>
    <p:extLst>
      <p:ext uri="{BB962C8B-B14F-4D97-AF65-F5344CB8AC3E}">
        <p14:creationId xmlns:p14="http://schemas.microsoft.com/office/powerpoint/2010/main" val="3728129282"/>
      </p:ext>
    </p:extLst>
  </p:cSld>
  <p:clrMapOvr>
    <a:masterClrMapping/>
  </p:clrMapOvr>
  <p:transition spd="slow">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olo el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a:t>Haga clic para modificar el estilo de título del patrón</a:t>
            </a:r>
            <a:endParaRPr lang="en-US"/>
          </a:p>
        </p:txBody>
      </p:sp>
      <p:sp>
        <p:nvSpPr>
          <p:cNvPr id="2" name="Date Placeholder 3">
            <a:extLst>
              <a:ext uri="{FF2B5EF4-FFF2-40B4-BE49-F238E27FC236}">
                <a16:creationId xmlns:a16="http://schemas.microsoft.com/office/drawing/2014/main" id="{14210CB8-A391-7A15-6989-0F4F8EA223A5}"/>
              </a:ext>
            </a:extLst>
          </p:cNvPr>
          <p:cNvSpPr>
            <a:spLocks noGrp="1"/>
          </p:cNvSpPr>
          <p:nvPr>
            <p:ph type="dt" sz="half" idx="10"/>
          </p:nvPr>
        </p:nvSpPr>
        <p:spPr/>
        <p:txBody>
          <a:bodyPr/>
          <a:lstStyle>
            <a:lvl1pPr>
              <a:defRPr/>
            </a:lvl1pPr>
          </a:lstStyle>
          <a:p>
            <a:pPr>
              <a:defRPr/>
            </a:pPr>
            <a:r>
              <a:rPr lang="es-ES_tradnl"/>
              <a:t>Clase 1</a:t>
            </a:r>
            <a:endParaRPr lang="es-ES"/>
          </a:p>
        </p:txBody>
      </p:sp>
      <p:sp>
        <p:nvSpPr>
          <p:cNvPr id="3" name="Footer Placeholder 4">
            <a:extLst>
              <a:ext uri="{FF2B5EF4-FFF2-40B4-BE49-F238E27FC236}">
                <a16:creationId xmlns:a16="http://schemas.microsoft.com/office/drawing/2014/main" id="{E15AA6E8-3270-90F9-F93D-B351F90F6E7B}"/>
              </a:ext>
            </a:extLst>
          </p:cNvPr>
          <p:cNvSpPr>
            <a:spLocks noGrp="1"/>
          </p:cNvSpPr>
          <p:nvPr>
            <p:ph type="ftr" sz="quarter" idx="11"/>
          </p:nvPr>
        </p:nvSpPr>
        <p:spPr/>
        <p:txBody>
          <a:bodyPr/>
          <a:lstStyle>
            <a:lvl1pPr>
              <a:defRPr/>
            </a:lvl1pPr>
          </a:lstStyle>
          <a:p>
            <a:pPr>
              <a:defRPr/>
            </a:pPr>
            <a:r>
              <a:rPr lang="es-ES"/>
              <a:t>Algoritmos, Datos y Programas 2012</a:t>
            </a:r>
            <a:endParaRPr lang="es-ES" dirty="0"/>
          </a:p>
        </p:txBody>
      </p:sp>
      <p:sp>
        <p:nvSpPr>
          <p:cNvPr id="4" name="Slide Number Placeholder 5">
            <a:extLst>
              <a:ext uri="{FF2B5EF4-FFF2-40B4-BE49-F238E27FC236}">
                <a16:creationId xmlns:a16="http://schemas.microsoft.com/office/drawing/2014/main" id="{13BDC5C1-45FC-EFBB-CF16-E3535688E926}"/>
              </a:ext>
            </a:extLst>
          </p:cNvPr>
          <p:cNvSpPr>
            <a:spLocks noGrp="1"/>
          </p:cNvSpPr>
          <p:nvPr>
            <p:ph type="sldNum" sz="quarter" idx="12"/>
          </p:nvPr>
        </p:nvSpPr>
        <p:spPr/>
        <p:txBody>
          <a:bodyPr/>
          <a:lstStyle>
            <a:lvl1pPr>
              <a:defRPr/>
            </a:lvl1pPr>
          </a:lstStyle>
          <a:p>
            <a:pPr>
              <a:defRPr/>
            </a:pPr>
            <a:fld id="{B624B788-00FC-44B5-A535-D946EDF2FE09}" type="slidenum">
              <a:rPr lang="es-ES" altLang="es-AR"/>
              <a:pPr>
                <a:defRPr/>
              </a:pPr>
              <a:t>‹Nº›</a:t>
            </a:fld>
            <a:endParaRPr lang="es-ES" altLang="es-AR"/>
          </a:p>
        </p:txBody>
      </p:sp>
    </p:spTree>
    <p:extLst>
      <p:ext uri="{BB962C8B-B14F-4D97-AF65-F5344CB8AC3E}">
        <p14:creationId xmlns:p14="http://schemas.microsoft.com/office/powerpoint/2010/main" val="3146590881"/>
      </p:ext>
    </p:extLst>
  </p:cSld>
  <p:clrMapOvr>
    <a:masterClrMapping/>
  </p:clrMapOvr>
  <p:transition spd="slow">
    <p:random/>
  </p:transition>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1398544"/>
      </p:ext>
    </p:extLst>
  </p:cSld>
  <p:clrMapOvr>
    <a:masterClrMapping/>
  </p:clrMapOvr>
  <p:transition spd="slow">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2"/>
            <a:ext cx="3931920" cy="1600197"/>
          </a:xfrm>
        </p:spPr>
        <p:txBody>
          <a:bodyPr anchor="b">
            <a:normAutofit/>
          </a:bodyPr>
          <a:lstStyle>
            <a:lvl1pPr>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81600" y="990600"/>
            <a:ext cx="617220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41248" y="2057399"/>
            <a:ext cx="3931920" cy="3810001"/>
          </a:xfrm>
        </p:spPr>
        <p:txBody>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s-ES"/>
              <a:t>Haga clic para modificar el estilo de texto del patrón</a:t>
            </a:r>
          </a:p>
        </p:txBody>
      </p:sp>
      <p:sp>
        <p:nvSpPr>
          <p:cNvPr id="5" name="Date Placeholder 4">
            <a:extLst>
              <a:ext uri="{FF2B5EF4-FFF2-40B4-BE49-F238E27FC236}">
                <a16:creationId xmlns:a16="http://schemas.microsoft.com/office/drawing/2014/main" id="{0966CCB4-A482-DC6B-7447-3CD2DB6F89E7}"/>
              </a:ext>
            </a:extLst>
          </p:cNvPr>
          <p:cNvSpPr>
            <a:spLocks noGrp="1"/>
          </p:cNvSpPr>
          <p:nvPr>
            <p:ph type="dt" sz="half" idx="10"/>
          </p:nvPr>
        </p:nvSpPr>
        <p:spPr/>
        <p:txBody>
          <a:bodyPr/>
          <a:lstStyle>
            <a:lvl1pPr>
              <a:defRPr/>
            </a:lvl1pPr>
          </a:lstStyle>
          <a:p>
            <a:pPr>
              <a:defRPr/>
            </a:pPr>
            <a:r>
              <a:rPr lang="es-ES_tradnl"/>
              <a:t>Clase 1</a:t>
            </a:r>
            <a:endParaRPr lang="es-ES"/>
          </a:p>
        </p:txBody>
      </p:sp>
      <p:sp>
        <p:nvSpPr>
          <p:cNvPr id="6" name="Footer Placeholder 5">
            <a:extLst>
              <a:ext uri="{FF2B5EF4-FFF2-40B4-BE49-F238E27FC236}">
                <a16:creationId xmlns:a16="http://schemas.microsoft.com/office/drawing/2014/main" id="{D88B832B-FDB7-294B-2506-2AD5DD5C43F1}"/>
              </a:ext>
            </a:extLst>
          </p:cNvPr>
          <p:cNvSpPr>
            <a:spLocks noGrp="1"/>
          </p:cNvSpPr>
          <p:nvPr>
            <p:ph type="ftr" sz="quarter" idx="11"/>
          </p:nvPr>
        </p:nvSpPr>
        <p:spPr/>
        <p:txBody>
          <a:bodyPr/>
          <a:lstStyle>
            <a:lvl1pPr>
              <a:defRPr/>
            </a:lvl1pPr>
          </a:lstStyle>
          <a:p>
            <a:pPr>
              <a:defRPr/>
            </a:pPr>
            <a:r>
              <a:rPr lang="es-ES"/>
              <a:t>Algoritmos, Datos y Programas 2010</a:t>
            </a:r>
          </a:p>
        </p:txBody>
      </p:sp>
      <p:sp>
        <p:nvSpPr>
          <p:cNvPr id="7" name="Slide Number Placeholder 6">
            <a:extLst>
              <a:ext uri="{FF2B5EF4-FFF2-40B4-BE49-F238E27FC236}">
                <a16:creationId xmlns:a16="http://schemas.microsoft.com/office/drawing/2014/main" id="{57DB46B1-FA0E-6040-C006-7132B4AFBAE4}"/>
              </a:ext>
            </a:extLst>
          </p:cNvPr>
          <p:cNvSpPr>
            <a:spLocks noGrp="1"/>
          </p:cNvSpPr>
          <p:nvPr>
            <p:ph type="sldNum" sz="quarter" idx="12"/>
          </p:nvPr>
        </p:nvSpPr>
        <p:spPr/>
        <p:txBody>
          <a:bodyPr/>
          <a:lstStyle>
            <a:lvl1pPr>
              <a:defRPr/>
            </a:lvl1pPr>
          </a:lstStyle>
          <a:p>
            <a:pPr>
              <a:defRPr/>
            </a:pPr>
            <a:fld id="{E9D9DFA0-868A-43A6-AB37-EA0A6FB753A6}" type="slidenum">
              <a:rPr lang="es-ES" altLang="es-AR"/>
              <a:pPr>
                <a:defRPr/>
              </a:pPr>
              <a:t>‹Nº›</a:t>
            </a:fld>
            <a:endParaRPr lang="es-ES" altLang="es-AR"/>
          </a:p>
        </p:txBody>
      </p:sp>
    </p:spTree>
    <p:extLst>
      <p:ext uri="{BB962C8B-B14F-4D97-AF65-F5344CB8AC3E}">
        <p14:creationId xmlns:p14="http://schemas.microsoft.com/office/powerpoint/2010/main" val="1731530629"/>
      </p:ext>
    </p:extLst>
  </p:cSld>
  <p:clrMapOvr>
    <a:masterClrMapping/>
  </p:clrMapOvr>
  <p:transition spd="slow">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2400" b="0"/>
            </a:lvl1pPr>
          </a:lstStyle>
          <a:p>
            <a:r>
              <a:rPr lang="es-ES"/>
              <a:t>Haga clic para modificar el estilo de título del patrón</a:t>
            </a:r>
            <a:endParaRPr lang="en-US" dirty="0"/>
          </a:p>
        </p:txBody>
      </p:sp>
      <p:sp>
        <p:nvSpPr>
          <p:cNvPr id="3" name="Picture Placeholder 2"/>
          <p:cNvSpPr>
            <a:spLocks noGrp="1"/>
          </p:cNvSpPr>
          <p:nvPr>
            <p:ph type="pic" idx="1"/>
          </p:nvPr>
        </p:nvSpPr>
        <p:spPr>
          <a:xfrm>
            <a:off x="5181600" y="990600"/>
            <a:ext cx="6172200" cy="48768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s-ES" noProof="0"/>
              <a:t>Haga clic en el icono para agregar una imagen</a:t>
            </a:r>
            <a:endParaRPr lang="en-US" noProof="0" dirty="0"/>
          </a:p>
        </p:txBody>
      </p:sp>
      <p:sp>
        <p:nvSpPr>
          <p:cNvPr id="4" name="Text Placeholder 3"/>
          <p:cNvSpPr>
            <a:spLocks noGrp="1"/>
          </p:cNvSpPr>
          <p:nvPr>
            <p:ph type="body" sz="half" idx="2"/>
          </p:nvPr>
        </p:nvSpPr>
        <p:spPr>
          <a:xfrm>
            <a:off x="841248" y="2057400"/>
            <a:ext cx="3931920" cy="3810000"/>
          </a:xfrm>
        </p:spPr>
        <p:txBody>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s-ES"/>
              <a:t>Haga clic para modificar el estilo de texto del patrón</a:t>
            </a:r>
          </a:p>
        </p:txBody>
      </p:sp>
      <p:sp>
        <p:nvSpPr>
          <p:cNvPr id="5" name="Date Placeholder 4">
            <a:extLst>
              <a:ext uri="{FF2B5EF4-FFF2-40B4-BE49-F238E27FC236}">
                <a16:creationId xmlns:a16="http://schemas.microsoft.com/office/drawing/2014/main" id="{6D3C0D29-B591-267B-B10C-848A9B9AA907}"/>
              </a:ext>
            </a:extLst>
          </p:cNvPr>
          <p:cNvSpPr>
            <a:spLocks noGrp="1"/>
          </p:cNvSpPr>
          <p:nvPr>
            <p:ph type="dt" sz="half" idx="10"/>
          </p:nvPr>
        </p:nvSpPr>
        <p:spPr/>
        <p:txBody>
          <a:bodyPr/>
          <a:lstStyle>
            <a:lvl1pPr>
              <a:defRPr/>
            </a:lvl1pPr>
          </a:lstStyle>
          <a:p>
            <a:pPr>
              <a:defRPr/>
            </a:pPr>
            <a:r>
              <a:rPr lang="es-ES_tradnl"/>
              <a:t>Clase 1</a:t>
            </a:r>
            <a:endParaRPr lang="es-ES"/>
          </a:p>
        </p:txBody>
      </p:sp>
      <p:sp>
        <p:nvSpPr>
          <p:cNvPr id="6" name="Footer Placeholder 5">
            <a:extLst>
              <a:ext uri="{FF2B5EF4-FFF2-40B4-BE49-F238E27FC236}">
                <a16:creationId xmlns:a16="http://schemas.microsoft.com/office/drawing/2014/main" id="{486AD237-C8B6-D019-2876-F4601FA40418}"/>
              </a:ext>
            </a:extLst>
          </p:cNvPr>
          <p:cNvSpPr>
            <a:spLocks noGrp="1"/>
          </p:cNvSpPr>
          <p:nvPr>
            <p:ph type="ftr" sz="quarter" idx="11"/>
          </p:nvPr>
        </p:nvSpPr>
        <p:spPr/>
        <p:txBody>
          <a:bodyPr/>
          <a:lstStyle>
            <a:lvl1pPr>
              <a:defRPr/>
            </a:lvl1pPr>
          </a:lstStyle>
          <a:p>
            <a:pPr>
              <a:defRPr/>
            </a:pPr>
            <a:r>
              <a:rPr lang="es-ES"/>
              <a:t>Algoritmos, Datos y Programas 2010</a:t>
            </a:r>
          </a:p>
        </p:txBody>
      </p:sp>
      <p:sp>
        <p:nvSpPr>
          <p:cNvPr id="7" name="Slide Number Placeholder 6">
            <a:extLst>
              <a:ext uri="{FF2B5EF4-FFF2-40B4-BE49-F238E27FC236}">
                <a16:creationId xmlns:a16="http://schemas.microsoft.com/office/drawing/2014/main" id="{C5D68A45-F711-538C-BA42-FE0C076DB911}"/>
              </a:ext>
            </a:extLst>
          </p:cNvPr>
          <p:cNvSpPr>
            <a:spLocks noGrp="1"/>
          </p:cNvSpPr>
          <p:nvPr>
            <p:ph type="sldNum" sz="quarter" idx="12"/>
          </p:nvPr>
        </p:nvSpPr>
        <p:spPr/>
        <p:txBody>
          <a:bodyPr/>
          <a:lstStyle>
            <a:lvl1pPr>
              <a:defRPr/>
            </a:lvl1pPr>
          </a:lstStyle>
          <a:p>
            <a:pPr>
              <a:defRPr/>
            </a:pPr>
            <a:fld id="{1DBB3A12-FC80-4E8B-A9E4-3679A7CF1939}" type="slidenum">
              <a:rPr lang="es-ES" altLang="es-AR"/>
              <a:pPr>
                <a:defRPr/>
              </a:pPr>
              <a:t>‹Nº›</a:t>
            </a:fld>
            <a:endParaRPr lang="es-ES" altLang="es-AR"/>
          </a:p>
        </p:txBody>
      </p:sp>
    </p:spTree>
    <p:extLst>
      <p:ext uri="{BB962C8B-B14F-4D97-AF65-F5344CB8AC3E}">
        <p14:creationId xmlns:p14="http://schemas.microsoft.com/office/powerpoint/2010/main" val="1607137726"/>
      </p:ext>
    </p:extLst>
  </p:cSld>
  <p:clrMapOvr>
    <a:masterClrMapping/>
  </p:clrMapOvr>
  <p:transition spd="slow">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a:extLst>
              <a:ext uri="{FF2B5EF4-FFF2-40B4-BE49-F238E27FC236}">
                <a16:creationId xmlns:a16="http://schemas.microsoft.com/office/drawing/2014/main" id="{F0298ED8-F0A1-6D5D-9FE3-260D3E3CB272}"/>
              </a:ext>
            </a:extLst>
          </p:cNvPr>
          <p:cNvSpPr>
            <a:spLocks noGrp="1"/>
          </p:cNvSpPr>
          <p:nvPr>
            <p:ph type="dt" sz="half" idx="10"/>
          </p:nvPr>
        </p:nvSpPr>
        <p:spPr/>
        <p:txBody>
          <a:bodyPr/>
          <a:lstStyle>
            <a:lvl1pPr>
              <a:defRPr/>
            </a:lvl1pPr>
          </a:lstStyle>
          <a:p>
            <a:pPr>
              <a:defRPr/>
            </a:pPr>
            <a:r>
              <a:rPr lang="es-ES_tradnl"/>
              <a:t>Clase 1</a:t>
            </a:r>
            <a:endParaRPr lang="es-ES"/>
          </a:p>
        </p:txBody>
      </p:sp>
      <p:sp>
        <p:nvSpPr>
          <p:cNvPr id="5" name="Footer Placeholder 4">
            <a:extLst>
              <a:ext uri="{FF2B5EF4-FFF2-40B4-BE49-F238E27FC236}">
                <a16:creationId xmlns:a16="http://schemas.microsoft.com/office/drawing/2014/main" id="{018D62FE-1AC7-1BE7-38DD-3CD81F397B97}"/>
              </a:ext>
            </a:extLst>
          </p:cNvPr>
          <p:cNvSpPr>
            <a:spLocks noGrp="1"/>
          </p:cNvSpPr>
          <p:nvPr>
            <p:ph type="ftr" sz="quarter" idx="11"/>
          </p:nvPr>
        </p:nvSpPr>
        <p:spPr/>
        <p:txBody>
          <a:bodyPr/>
          <a:lstStyle>
            <a:lvl1pPr>
              <a:defRPr/>
            </a:lvl1pPr>
          </a:lstStyle>
          <a:p>
            <a:pPr>
              <a:defRPr/>
            </a:pPr>
            <a:r>
              <a:rPr lang="es-ES"/>
              <a:t>Algoritmos, Datos y Programas 2010</a:t>
            </a:r>
          </a:p>
        </p:txBody>
      </p:sp>
      <p:sp>
        <p:nvSpPr>
          <p:cNvPr id="6" name="Slide Number Placeholder 5">
            <a:extLst>
              <a:ext uri="{FF2B5EF4-FFF2-40B4-BE49-F238E27FC236}">
                <a16:creationId xmlns:a16="http://schemas.microsoft.com/office/drawing/2014/main" id="{AFC69AD7-BF6B-4B5C-3BCA-316E5A95520A}"/>
              </a:ext>
            </a:extLst>
          </p:cNvPr>
          <p:cNvSpPr>
            <a:spLocks noGrp="1"/>
          </p:cNvSpPr>
          <p:nvPr>
            <p:ph type="sldNum" sz="quarter" idx="12"/>
          </p:nvPr>
        </p:nvSpPr>
        <p:spPr/>
        <p:txBody>
          <a:bodyPr/>
          <a:lstStyle>
            <a:lvl1pPr>
              <a:defRPr/>
            </a:lvl1pPr>
          </a:lstStyle>
          <a:p>
            <a:pPr>
              <a:defRPr/>
            </a:pPr>
            <a:fld id="{655B94A8-26A2-4C26-89F0-8FE216A8F1B2}" type="slidenum">
              <a:rPr lang="es-ES" altLang="es-AR"/>
              <a:pPr>
                <a:defRPr/>
              </a:pPr>
              <a:t>‹Nº›</a:t>
            </a:fld>
            <a:endParaRPr lang="es-ES" altLang="es-AR"/>
          </a:p>
        </p:txBody>
      </p:sp>
    </p:spTree>
    <p:extLst>
      <p:ext uri="{BB962C8B-B14F-4D97-AF65-F5344CB8AC3E}">
        <p14:creationId xmlns:p14="http://schemas.microsoft.com/office/powerpoint/2010/main" val="2167665320"/>
      </p:ext>
    </p:extLst>
  </p:cSld>
  <p:clrMapOvr>
    <a:masterClrMapping/>
  </p:clrMapOvr>
  <p:transition spd="slow">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0362"/>
            <a:ext cx="2628900" cy="5811838"/>
          </a:xfrm>
        </p:spPr>
        <p:txBody>
          <a:bodyPr vert="eaVert"/>
          <a:lstStyle/>
          <a:p>
            <a:r>
              <a:rPr lang="es-ES"/>
              <a:t>Haga clic para modificar el estilo de título del patrón</a:t>
            </a:r>
            <a:endParaRPr lang="en-US"/>
          </a:p>
        </p:txBody>
      </p:sp>
      <p:sp>
        <p:nvSpPr>
          <p:cNvPr id="3" name="Vertical Text Placeholder 2"/>
          <p:cNvSpPr>
            <a:spLocks noGrp="1"/>
          </p:cNvSpPr>
          <p:nvPr>
            <p:ph type="body" orient="vert" idx="1"/>
          </p:nvPr>
        </p:nvSpPr>
        <p:spPr>
          <a:xfrm>
            <a:off x="838201" y="360364"/>
            <a:ext cx="7734300" cy="5811837"/>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a:extLst>
              <a:ext uri="{FF2B5EF4-FFF2-40B4-BE49-F238E27FC236}">
                <a16:creationId xmlns:a16="http://schemas.microsoft.com/office/drawing/2014/main" id="{3AE87D2F-DA65-2A25-D71C-7C2F6D989B5B}"/>
              </a:ext>
            </a:extLst>
          </p:cNvPr>
          <p:cNvSpPr>
            <a:spLocks noGrp="1"/>
          </p:cNvSpPr>
          <p:nvPr>
            <p:ph type="dt" sz="half" idx="10"/>
          </p:nvPr>
        </p:nvSpPr>
        <p:spPr/>
        <p:txBody>
          <a:bodyPr/>
          <a:lstStyle>
            <a:lvl1pPr>
              <a:defRPr/>
            </a:lvl1pPr>
          </a:lstStyle>
          <a:p>
            <a:pPr>
              <a:defRPr/>
            </a:pPr>
            <a:r>
              <a:rPr lang="es-ES_tradnl"/>
              <a:t>Clase 1</a:t>
            </a:r>
            <a:endParaRPr lang="es-ES"/>
          </a:p>
        </p:txBody>
      </p:sp>
      <p:sp>
        <p:nvSpPr>
          <p:cNvPr id="5" name="Footer Placeholder 4">
            <a:extLst>
              <a:ext uri="{FF2B5EF4-FFF2-40B4-BE49-F238E27FC236}">
                <a16:creationId xmlns:a16="http://schemas.microsoft.com/office/drawing/2014/main" id="{0661C3BF-3CFB-49CB-ADAE-0859A7BCA0B5}"/>
              </a:ext>
            </a:extLst>
          </p:cNvPr>
          <p:cNvSpPr>
            <a:spLocks noGrp="1"/>
          </p:cNvSpPr>
          <p:nvPr>
            <p:ph type="ftr" sz="quarter" idx="11"/>
          </p:nvPr>
        </p:nvSpPr>
        <p:spPr/>
        <p:txBody>
          <a:bodyPr/>
          <a:lstStyle>
            <a:lvl1pPr>
              <a:defRPr/>
            </a:lvl1pPr>
          </a:lstStyle>
          <a:p>
            <a:pPr>
              <a:defRPr/>
            </a:pPr>
            <a:r>
              <a:rPr lang="es-ES"/>
              <a:t>Algoritmos, Datos y Programas 2010</a:t>
            </a:r>
          </a:p>
        </p:txBody>
      </p:sp>
      <p:sp>
        <p:nvSpPr>
          <p:cNvPr id="6" name="Slide Number Placeholder 5">
            <a:extLst>
              <a:ext uri="{FF2B5EF4-FFF2-40B4-BE49-F238E27FC236}">
                <a16:creationId xmlns:a16="http://schemas.microsoft.com/office/drawing/2014/main" id="{B9BBDD09-F131-05EA-97C4-C9B806566C6D}"/>
              </a:ext>
            </a:extLst>
          </p:cNvPr>
          <p:cNvSpPr>
            <a:spLocks noGrp="1"/>
          </p:cNvSpPr>
          <p:nvPr>
            <p:ph type="sldNum" sz="quarter" idx="12"/>
          </p:nvPr>
        </p:nvSpPr>
        <p:spPr/>
        <p:txBody>
          <a:bodyPr/>
          <a:lstStyle>
            <a:lvl1pPr>
              <a:defRPr/>
            </a:lvl1pPr>
          </a:lstStyle>
          <a:p>
            <a:pPr>
              <a:defRPr/>
            </a:pPr>
            <a:fld id="{9E943DAF-23BD-45B1-A026-5C30E5EEC7F7}" type="slidenum">
              <a:rPr lang="es-ES" altLang="es-AR"/>
              <a:pPr>
                <a:defRPr/>
              </a:pPr>
              <a:t>‹Nº›</a:t>
            </a:fld>
            <a:endParaRPr lang="es-ES" altLang="es-AR"/>
          </a:p>
        </p:txBody>
      </p:sp>
    </p:spTree>
    <p:extLst>
      <p:ext uri="{BB962C8B-B14F-4D97-AF65-F5344CB8AC3E}">
        <p14:creationId xmlns:p14="http://schemas.microsoft.com/office/powerpoint/2010/main" val="559260478"/>
      </p:ext>
    </p:extLst>
  </p:cSld>
  <p:clrMapOvr>
    <a:masterClrMapping/>
  </p:clrMapOvr>
  <p:transition spd="slow">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F34FDA04-D555-7F67-CD48-5F70D6748C28}"/>
              </a:ext>
            </a:extLst>
          </p:cNvPr>
          <p:cNvSpPr>
            <a:spLocks noGrp="1"/>
          </p:cNvSpPr>
          <p:nvPr>
            <p:ph type="title"/>
          </p:nvPr>
        </p:nvSpPr>
        <p:spPr bwMode="auto">
          <a:xfrm>
            <a:off x="84455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s-ES"/>
              <a:t>Haga clic para modificar el estilo de título del patrón</a:t>
            </a:r>
            <a:endParaRPr lang="en-US" altLang="es-ES"/>
          </a:p>
        </p:txBody>
      </p:sp>
      <p:sp>
        <p:nvSpPr>
          <p:cNvPr id="1027" name="Text Placeholder 2">
            <a:extLst>
              <a:ext uri="{FF2B5EF4-FFF2-40B4-BE49-F238E27FC236}">
                <a16:creationId xmlns:a16="http://schemas.microsoft.com/office/drawing/2014/main" id="{BA4FB743-52CD-7ED1-01E1-9F8F80D49C88}"/>
              </a:ext>
            </a:extLst>
          </p:cNvPr>
          <p:cNvSpPr>
            <a:spLocks noGrp="1"/>
          </p:cNvSpPr>
          <p:nvPr>
            <p:ph type="body" idx="1"/>
          </p:nvPr>
        </p:nvSpPr>
        <p:spPr bwMode="auto">
          <a:xfrm>
            <a:off x="844550" y="1828800"/>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s-ES"/>
              <a:t>Haga clic para modificar el estilo de texto del patrón</a:t>
            </a:r>
          </a:p>
          <a:p>
            <a:pPr lvl="1"/>
            <a:r>
              <a:rPr lang="es-ES" altLang="es-ES"/>
              <a:t>Segundo nivel</a:t>
            </a:r>
          </a:p>
          <a:p>
            <a:pPr lvl="2"/>
            <a:r>
              <a:rPr lang="es-ES" altLang="es-ES"/>
              <a:t>Tercer nivel</a:t>
            </a:r>
          </a:p>
          <a:p>
            <a:pPr lvl="3"/>
            <a:r>
              <a:rPr lang="es-ES" altLang="es-ES"/>
              <a:t>Cuarto nivel</a:t>
            </a:r>
          </a:p>
          <a:p>
            <a:pPr lvl="4"/>
            <a:r>
              <a:rPr lang="es-ES" altLang="es-ES"/>
              <a:t>Quinto nivel</a:t>
            </a:r>
            <a:endParaRPr lang="en-US" altLang="es-ES"/>
          </a:p>
        </p:txBody>
      </p:sp>
      <p:sp>
        <p:nvSpPr>
          <p:cNvPr id="4" name="Date Placeholder 3">
            <a:extLst>
              <a:ext uri="{FF2B5EF4-FFF2-40B4-BE49-F238E27FC236}">
                <a16:creationId xmlns:a16="http://schemas.microsoft.com/office/drawing/2014/main" id="{2092CF27-FA7A-92F3-5C09-CEA9D56FE6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pPr>
              <a:defRPr/>
            </a:pPr>
            <a:r>
              <a:rPr lang="es-ES_tradnl"/>
              <a:t>Clase 1</a:t>
            </a:r>
            <a:endParaRPr lang="es-ES"/>
          </a:p>
        </p:txBody>
      </p:sp>
      <p:sp>
        <p:nvSpPr>
          <p:cNvPr id="5" name="Footer Placeholder 4">
            <a:extLst>
              <a:ext uri="{FF2B5EF4-FFF2-40B4-BE49-F238E27FC236}">
                <a16:creationId xmlns:a16="http://schemas.microsoft.com/office/drawing/2014/main" id="{2AAE0425-9280-F45D-FFB8-0E8BE56925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pPr>
              <a:defRPr/>
            </a:pPr>
            <a:r>
              <a:rPr lang="es-ES"/>
              <a:t>Algoritmos, Datos y Programas 2012</a:t>
            </a:r>
            <a:endParaRPr lang="es-ES" dirty="0"/>
          </a:p>
        </p:txBody>
      </p:sp>
      <p:sp>
        <p:nvSpPr>
          <p:cNvPr id="6" name="Slide Number Placeholder 5">
            <a:extLst>
              <a:ext uri="{FF2B5EF4-FFF2-40B4-BE49-F238E27FC236}">
                <a16:creationId xmlns:a16="http://schemas.microsoft.com/office/drawing/2014/main" id="{D31FD521-C773-B42E-AF3D-5506A9F7DF9E}"/>
              </a:ext>
            </a:extLst>
          </p:cNvPr>
          <p:cNvSpPr>
            <a:spLocks noGrp="1"/>
          </p:cNvSpPr>
          <p:nvPr>
            <p:ph type="sldNum" sz="quarter" idx="4"/>
          </p:nvPr>
        </p:nvSpPr>
        <p:spPr>
          <a:xfrm>
            <a:off x="861695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800">
                <a:solidFill>
                  <a:srgbClr val="898989"/>
                </a:solidFill>
              </a:defRPr>
            </a:lvl1pPr>
          </a:lstStyle>
          <a:p>
            <a:pPr>
              <a:defRPr/>
            </a:pPr>
            <a:fld id="{5E43688A-2E50-4D93-8DC9-023AEDF2D50B}" type="slidenum">
              <a:rPr lang="es-ES" altLang="es-AR"/>
              <a:pPr>
                <a:defRPr/>
              </a:pPr>
              <a:t>‹Nº›</a:t>
            </a:fld>
            <a:endParaRPr lang="es-ES" altLang="es-AR"/>
          </a:p>
        </p:txBody>
      </p:sp>
    </p:spTree>
  </p:cSld>
  <p:clrMap bg1="lt1" tx1="dk1" bg2="lt2" tx2="dk2" accent1="accent1" accent2="accent2" accent3="accent3" accent4="accent4" accent5="accent5" accent6="accent6" hlink="hlink" folHlink="folHlink"/>
  <p:sldLayoutIdLst>
    <p:sldLayoutId id="2147484782" r:id="rId1"/>
    <p:sldLayoutId id="2147484783" r:id="rId2"/>
    <p:sldLayoutId id="2147484784" r:id="rId3"/>
    <p:sldLayoutId id="2147484785" r:id="rId4"/>
    <p:sldLayoutId id="2147484786" r:id="rId5"/>
    <p:sldLayoutId id="2147484781" r:id="rId6"/>
    <p:sldLayoutId id="2147484787" r:id="rId7"/>
    <p:sldLayoutId id="2147484788" r:id="rId8"/>
    <p:sldLayoutId id="2147484789" r:id="rId9"/>
    <p:sldLayoutId id="2147484790" r:id="rId10"/>
    <p:sldLayoutId id="2147484791" r:id="rId11"/>
  </p:sldLayoutIdLst>
  <p:transition spd="slow">
    <p:random/>
  </p:transition>
  <p:hf hdr="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eaLnBrk="0" fontAlgn="base" hangingPunct="0">
        <a:lnSpc>
          <a:spcPct val="90000"/>
        </a:lnSpc>
        <a:spcBef>
          <a:spcPts val="750"/>
        </a:spcBef>
        <a:spcAft>
          <a:spcPct val="0"/>
        </a:spcAft>
        <a:buFont typeface="Wingdings 2" panose="05020102010507070707" pitchFamily="18" charset="2"/>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Wingdings 2" panose="05020102010507070707" pitchFamily="18" charset="2"/>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Wingdings 2" panose="05020102010507070707" pitchFamily="18" charset="2"/>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Wingdings 2" panose="05020102010507070707" pitchFamily="18" charset="2"/>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Wingdings 2" panose="05020102010507070707" pitchFamily="18" charset="2"/>
        <a:buChar char=""/>
        <a:defRPr sz="1300" kern="1200">
          <a:solidFill>
            <a:schemeClr val="tx1"/>
          </a:solidFill>
          <a:latin typeface="+mn-lt"/>
          <a:ea typeface="+mn-ea"/>
          <a:cs typeface="+mn-cs"/>
        </a:defRPr>
      </a:lvl5pPr>
      <a:lvl6pPr marL="18859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4338" name="Imagen 10">
            <a:extLst>
              <a:ext uri="{FF2B5EF4-FFF2-40B4-BE49-F238E27FC236}">
                <a16:creationId xmlns:a16="http://schemas.microsoft.com/office/drawing/2014/main" id="{1F0F529E-1A6A-AB9B-0031-71B59DAB8890}"/>
              </a:ext>
            </a:extLst>
          </p:cNvPr>
          <p:cNvPicPr>
            <a:picLocks noChangeAspect="1" noChangeArrowheads="1"/>
          </p:cNvPicPr>
          <p:nvPr/>
        </p:nvPicPr>
        <p:blipFill>
          <a:blip r:embed="rId3">
            <a:alphaModFix amt="35000"/>
            <a:extLst>
              <a:ext uri="{28A0092B-C50C-407E-A947-70E740481C1C}">
                <a14:useLocalDpi xmlns:a14="http://schemas.microsoft.com/office/drawing/2010/main" val="0"/>
              </a:ext>
            </a:extLst>
          </a:blip>
          <a:srcRect/>
          <a:stretch>
            <a:fillRect/>
          </a:stretch>
        </p:blipFill>
        <p:spPr bwMode="auto">
          <a:xfrm>
            <a:off x="965200" y="285750"/>
            <a:ext cx="10261600" cy="654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9">
            <a:extLst>
              <a:ext uri="{FF2B5EF4-FFF2-40B4-BE49-F238E27FC236}">
                <a16:creationId xmlns:a16="http://schemas.microsoft.com/office/drawing/2014/main" id="{21D81657-7D5D-10D8-518C-800658694EC0}"/>
              </a:ext>
            </a:extLst>
          </p:cNvPr>
          <p:cNvSpPr>
            <a:spLocks noGrp="1" noChangeArrowheads="1"/>
          </p:cNvSpPr>
          <p:nvPr>
            <p:ph type="ctrTitle"/>
          </p:nvPr>
        </p:nvSpPr>
        <p:spPr>
          <a:xfrm>
            <a:off x="2351088" y="3530600"/>
            <a:ext cx="7308850" cy="2782888"/>
          </a:xfrm>
        </p:spPr>
        <p:txBody>
          <a:bodyPr>
            <a:noAutofit/>
          </a:bodyPr>
          <a:lstStyle/>
          <a:p>
            <a:pPr eaLnBrk="1" hangingPunct="1">
              <a:defRPr/>
            </a:pPr>
            <a:r>
              <a:rPr lang="es-ES_tradnl" altLang="es-AR" sz="7200" b="1" dirty="0">
                <a:solidFill>
                  <a:schemeClr val="tx1">
                    <a:lumMod val="50000"/>
                    <a:lumOff val="50000"/>
                  </a:schemeClr>
                </a:solidFill>
                <a:latin typeface="Agency FB" panose="020B0503020202020204" pitchFamily="34" charset="0"/>
              </a:rPr>
              <a:t>TALLER DE</a:t>
            </a:r>
            <a:br>
              <a:rPr lang="es-ES_tradnl" altLang="es-AR" sz="7200" b="1" dirty="0">
                <a:solidFill>
                  <a:schemeClr val="tx1">
                    <a:lumMod val="50000"/>
                    <a:lumOff val="50000"/>
                  </a:schemeClr>
                </a:solidFill>
                <a:latin typeface="Agency FB" panose="020B0503020202020204" pitchFamily="34" charset="0"/>
              </a:rPr>
            </a:br>
            <a:r>
              <a:rPr lang="es-ES_tradnl" altLang="es-AR" sz="7200" b="1" dirty="0">
                <a:solidFill>
                  <a:schemeClr val="tx1">
                    <a:lumMod val="50000"/>
                    <a:lumOff val="50000"/>
                  </a:schemeClr>
                </a:solidFill>
                <a:latin typeface="Agency FB" panose="020B0503020202020204" pitchFamily="34" charset="0"/>
              </a:rPr>
              <a:t> PROGRAMACION</a:t>
            </a:r>
          </a:p>
        </p:txBody>
      </p:sp>
    </p:spTree>
  </p:cSld>
  <p:clrMapOvr>
    <a:masterClrMapping/>
  </p:clrMapOvr>
  <p:transition spd="slow">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esquinas diagonales redondeadas 5">
            <a:extLst>
              <a:ext uri="{FF2B5EF4-FFF2-40B4-BE49-F238E27FC236}">
                <a16:creationId xmlns:a16="http://schemas.microsoft.com/office/drawing/2014/main" id="{6E83128B-D8DD-5A1A-765E-32A92C72AE5E}"/>
              </a:ext>
            </a:extLst>
          </p:cNvPr>
          <p:cNvSpPr/>
          <p:nvPr/>
        </p:nvSpPr>
        <p:spPr>
          <a:xfrm>
            <a:off x="263525" y="260350"/>
            <a:ext cx="11664950" cy="1152525"/>
          </a:xfrm>
          <a:prstGeom prst="round2Diag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7" name="CuadroTexto 6">
            <a:extLst>
              <a:ext uri="{FF2B5EF4-FFF2-40B4-BE49-F238E27FC236}">
                <a16:creationId xmlns:a16="http://schemas.microsoft.com/office/drawing/2014/main" id="{AC28897A-F171-8DFF-4C81-01A122ED60AD}"/>
              </a:ext>
            </a:extLst>
          </p:cNvPr>
          <p:cNvSpPr txBox="1"/>
          <p:nvPr/>
        </p:nvSpPr>
        <p:spPr>
          <a:xfrm>
            <a:off x="407988" y="328613"/>
            <a:ext cx="6389687" cy="1016000"/>
          </a:xfrm>
          <a:prstGeom prst="rect">
            <a:avLst/>
          </a:prstGeom>
          <a:noFill/>
        </p:spPr>
        <p:txBody>
          <a:bodyPr wrap="none">
            <a:spAutoFit/>
          </a:bodyPr>
          <a:lstStyle/>
          <a:p>
            <a:pPr>
              <a:defRPr/>
            </a:pPr>
            <a:r>
              <a:rPr lang="es-ES" sz="6000" b="1" dirty="0">
                <a:solidFill>
                  <a:schemeClr val="accent4"/>
                </a:solidFill>
                <a:latin typeface="Agency FB" panose="020B0503020202020204" pitchFamily="34" charset="0"/>
              </a:rPr>
              <a:t>Cómo vamos a Trabajar</a:t>
            </a:r>
            <a:endParaRPr lang="es-AR" sz="6000" b="1" dirty="0">
              <a:solidFill>
                <a:schemeClr val="accent4"/>
              </a:solidFill>
              <a:latin typeface="Agency FB" panose="020B0503020202020204" pitchFamily="34" charset="0"/>
            </a:endParaRPr>
          </a:p>
        </p:txBody>
      </p:sp>
      <p:sp>
        <p:nvSpPr>
          <p:cNvPr id="12" name="6 CuadroTexto">
            <a:extLst>
              <a:ext uri="{FF2B5EF4-FFF2-40B4-BE49-F238E27FC236}">
                <a16:creationId xmlns:a16="http://schemas.microsoft.com/office/drawing/2014/main" id="{FE50AEF5-A0F5-98CB-8814-1E0244A29222}"/>
              </a:ext>
            </a:extLst>
          </p:cNvPr>
          <p:cNvSpPr txBox="1"/>
          <p:nvPr/>
        </p:nvSpPr>
        <p:spPr bwMode="auto">
          <a:xfrm>
            <a:off x="292100" y="1700213"/>
            <a:ext cx="8713788" cy="708025"/>
          </a:xfrm>
          <a:prstGeom prst="rect">
            <a:avLst/>
          </a:prstGeom>
          <a:noFill/>
          <a:ln w="38100">
            <a:solidFill>
              <a:schemeClr val="bg1"/>
            </a:solidFill>
          </a:ln>
        </p:spPr>
        <p:style>
          <a:lnRef idx="1">
            <a:schemeClr val="accent4"/>
          </a:lnRef>
          <a:fillRef idx="2">
            <a:schemeClr val="accent4"/>
          </a:fillRef>
          <a:effectRef idx="1">
            <a:schemeClr val="accent4"/>
          </a:effectRef>
          <a:fontRef idx="minor">
            <a:schemeClr val="dk1"/>
          </a:fontRef>
        </p:style>
        <p:txBody>
          <a:bodyPr>
            <a:spAutoFit/>
          </a:bodyPr>
          <a:lstStyle/>
          <a:p>
            <a:pPr algn="just" eaLnBrk="1" hangingPunct="1">
              <a:buClr>
                <a:srgbClr val="FFCC66"/>
              </a:buClr>
              <a:defRPr/>
            </a:pPr>
            <a:r>
              <a:rPr lang="es-ES" sz="4000" dirty="0">
                <a:latin typeface="Agency FB" panose="020B0503020202020204" pitchFamily="34" charset="0"/>
              </a:rPr>
              <a:t>Planteo de un tema</a:t>
            </a:r>
            <a:endParaRPr lang="es-ES_tradnl" sz="4000" dirty="0">
              <a:latin typeface="Agency FB" panose="020B0503020202020204" pitchFamily="34" charset="0"/>
            </a:endParaRPr>
          </a:p>
        </p:txBody>
      </p:sp>
      <p:sp>
        <p:nvSpPr>
          <p:cNvPr id="21" name="6 CuadroTexto">
            <a:extLst>
              <a:ext uri="{FF2B5EF4-FFF2-40B4-BE49-F238E27FC236}">
                <a16:creationId xmlns:a16="http://schemas.microsoft.com/office/drawing/2014/main" id="{C044C26F-46F1-42B2-201F-5B1317C52B4E}"/>
              </a:ext>
            </a:extLst>
          </p:cNvPr>
          <p:cNvSpPr txBox="1"/>
          <p:nvPr/>
        </p:nvSpPr>
        <p:spPr bwMode="auto">
          <a:xfrm>
            <a:off x="292100" y="5745163"/>
            <a:ext cx="8713788" cy="708025"/>
          </a:xfrm>
          <a:prstGeom prst="rect">
            <a:avLst/>
          </a:prstGeom>
          <a:noFill/>
          <a:ln w="38100">
            <a:solidFill>
              <a:schemeClr val="bg1"/>
            </a:solidFill>
          </a:ln>
        </p:spPr>
        <p:style>
          <a:lnRef idx="1">
            <a:schemeClr val="accent4"/>
          </a:lnRef>
          <a:fillRef idx="2">
            <a:schemeClr val="accent4"/>
          </a:fillRef>
          <a:effectRef idx="1">
            <a:schemeClr val="accent4"/>
          </a:effectRef>
          <a:fontRef idx="minor">
            <a:schemeClr val="dk1"/>
          </a:fontRef>
        </p:style>
        <p:txBody>
          <a:bodyPr>
            <a:spAutoFit/>
          </a:bodyPr>
          <a:lstStyle/>
          <a:p>
            <a:pPr algn="just" eaLnBrk="1" hangingPunct="1">
              <a:buClr>
                <a:srgbClr val="FFCC66"/>
              </a:buClr>
              <a:defRPr/>
            </a:pPr>
            <a:r>
              <a:rPr lang="es-ES" sz="4000" dirty="0">
                <a:latin typeface="Agency FB" panose="020B0503020202020204" pitchFamily="34" charset="0"/>
              </a:rPr>
              <a:t>Formulario de preguntas</a:t>
            </a:r>
            <a:endParaRPr lang="es-ES_tradnl" sz="4000" dirty="0">
              <a:latin typeface="Agency FB" panose="020B0503020202020204" pitchFamily="34" charset="0"/>
            </a:endParaRPr>
          </a:p>
        </p:txBody>
      </p:sp>
      <p:sp>
        <p:nvSpPr>
          <p:cNvPr id="24" name="6 CuadroTexto">
            <a:extLst>
              <a:ext uri="{FF2B5EF4-FFF2-40B4-BE49-F238E27FC236}">
                <a16:creationId xmlns:a16="http://schemas.microsoft.com/office/drawing/2014/main" id="{B4379888-E51B-35F1-93F4-F06050AADEE2}"/>
              </a:ext>
            </a:extLst>
          </p:cNvPr>
          <p:cNvSpPr txBox="1"/>
          <p:nvPr/>
        </p:nvSpPr>
        <p:spPr bwMode="auto">
          <a:xfrm>
            <a:off x="1270000" y="2551113"/>
            <a:ext cx="8713788" cy="3168650"/>
          </a:xfrm>
          <a:prstGeom prst="rect">
            <a:avLst/>
          </a:prstGeom>
          <a:noFill/>
          <a:ln w="38100">
            <a:solidFill>
              <a:schemeClr val="bg1"/>
            </a:solidFill>
          </a:ln>
        </p:spPr>
        <p:style>
          <a:lnRef idx="1">
            <a:schemeClr val="accent4"/>
          </a:lnRef>
          <a:fillRef idx="2">
            <a:schemeClr val="accent4"/>
          </a:fillRef>
          <a:effectRef idx="1">
            <a:schemeClr val="accent4"/>
          </a:effectRef>
          <a:fontRef idx="minor">
            <a:schemeClr val="dk1"/>
          </a:fontRef>
        </p:style>
        <p:txBody>
          <a:bodyPr>
            <a:spAutoFit/>
          </a:bodyPr>
          <a:lstStyle/>
          <a:p>
            <a:pPr algn="just" eaLnBrk="1" hangingPunct="1">
              <a:buClr>
                <a:srgbClr val="FFCC66"/>
              </a:buClr>
              <a:defRPr/>
            </a:pPr>
            <a:r>
              <a:rPr lang="es-ES" sz="4000" dirty="0">
                <a:latin typeface="Agency FB" panose="020B0503020202020204" pitchFamily="34" charset="0"/>
              </a:rPr>
              <a:t>Conceptos teóricos</a:t>
            </a:r>
          </a:p>
          <a:p>
            <a:pPr algn="just" eaLnBrk="1" hangingPunct="1">
              <a:buClr>
                <a:srgbClr val="FFCC66"/>
              </a:buClr>
              <a:defRPr/>
            </a:pPr>
            <a:endParaRPr lang="es-ES" sz="4000" dirty="0">
              <a:latin typeface="Agency FB" panose="020B0503020202020204" pitchFamily="34" charset="0"/>
            </a:endParaRPr>
          </a:p>
          <a:p>
            <a:pPr algn="just" eaLnBrk="1" hangingPunct="1">
              <a:buClr>
                <a:srgbClr val="FFCC66"/>
              </a:buClr>
              <a:defRPr/>
            </a:pPr>
            <a:r>
              <a:rPr lang="es-ES" sz="4000" dirty="0">
                <a:latin typeface="Agency FB" panose="020B0503020202020204" pitchFamily="34" charset="0"/>
              </a:rPr>
              <a:t>Ejercicios prácticos</a:t>
            </a:r>
          </a:p>
          <a:p>
            <a:pPr algn="just" eaLnBrk="1" hangingPunct="1">
              <a:buClr>
                <a:srgbClr val="FFCC66"/>
              </a:buClr>
              <a:defRPr/>
            </a:pPr>
            <a:endParaRPr lang="es-ES" sz="4000" dirty="0">
              <a:latin typeface="Agency FB" panose="020B0503020202020204" pitchFamily="34" charset="0"/>
            </a:endParaRPr>
          </a:p>
          <a:p>
            <a:pPr algn="just" eaLnBrk="1" hangingPunct="1">
              <a:buClr>
                <a:srgbClr val="FFCC66"/>
              </a:buClr>
              <a:defRPr/>
            </a:pPr>
            <a:r>
              <a:rPr lang="es-ES" sz="4000" dirty="0">
                <a:latin typeface="Agency FB" panose="020B0503020202020204" pitchFamily="34" charset="0"/>
              </a:rPr>
              <a:t>Conclusiones</a:t>
            </a:r>
            <a:endParaRPr lang="es-ES_tradnl" sz="4000" dirty="0">
              <a:latin typeface="Agency FB" panose="020B0503020202020204" pitchFamily="34" charset="0"/>
            </a:endParaRPr>
          </a:p>
        </p:txBody>
      </p:sp>
      <p:sp>
        <p:nvSpPr>
          <p:cNvPr id="31" name="Flecha: a la derecha 30">
            <a:extLst>
              <a:ext uri="{FF2B5EF4-FFF2-40B4-BE49-F238E27FC236}">
                <a16:creationId xmlns:a16="http://schemas.microsoft.com/office/drawing/2014/main" id="{9CA23403-CEC8-29FB-987A-7BE6D843FD47}"/>
              </a:ext>
            </a:extLst>
          </p:cNvPr>
          <p:cNvSpPr/>
          <p:nvPr/>
        </p:nvSpPr>
        <p:spPr bwMode="auto">
          <a:xfrm>
            <a:off x="766763" y="2636838"/>
            <a:ext cx="503237" cy="576262"/>
          </a:xfrm>
          <a:prstGeom prst="rightArrow">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path" presetSubtype="0" accel="50000" decel="50000" fill="hold" grpId="0" nodeType="clickEffect">
                                  <p:stCondLst>
                                    <p:cond delay="0"/>
                                  </p:stCondLst>
                                  <p:childTnLst>
                                    <p:animMotion origin="layout" path="M -3.54167E-6 1.11111E-6 L -0.00286 0.1787 " pathEditMode="relative" rAng="0" ptsTypes="AA">
                                      <p:cBhvr>
                                        <p:cTn id="6" dur="2000" fill="hold"/>
                                        <p:tgtEl>
                                          <p:spTgt spid="31"/>
                                        </p:tgtEl>
                                        <p:attrNameLst>
                                          <p:attrName>ppt_x</p:attrName>
                                          <p:attrName>ppt_y</p:attrName>
                                        </p:attrNameLst>
                                      </p:cBhvr>
                                      <p:rCtr x="-143" y="8935"/>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42" presetClass="path" presetSubtype="0" accel="50000" decel="50000" fill="hold" grpId="1" nodeType="clickEffect">
                                  <p:stCondLst>
                                    <p:cond delay="0"/>
                                  </p:stCondLst>
                                  <p:childTnLst>
                                    <p:animMotion origin="layout" path="M -3.54167E-6 0.17014 L 0.00313 0.35717 " pathEditMode="relative" rAng="0" ptsTypes="AA">
                                      <p:cBhvr>
                                        <p:cTn id="10" dur="2000" fill="hold"/>
                                        <p:tgtEl>
                                          <p:spTgt spid="31"/>
                                        </p:tgtEl>
                                        <p:attrNameLst>
                                          <p:attrName>ppt_x</p:attrName>
                                          <p:attrName>ppt_y</p:attrName>
                                        </p:attrNameLst>
                                      </p:cBhvr>
                                      <p:rCtr x="156" y="9352"/>
                                    </p:animMotion>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2250" fill="hold"/>
                                        <p:tgtEl>
                                          <p:spTgt spid="21"/>
                                        </p:tgtEl>
                                        <p:attrNameLst>
                                          <p:attrName>ppt_x</p:attrName>
                                        </p:attrNameLst>
                                      </p:cBhvr>
                                      <p:tavLst>
                                        <p:tav tm="0">
                                          <p:val>
                                            <p:strVal val="0-#ppt_w/2"/>
                                          </p:val>
                                        </p:tav>
                                        <p:tav tm="100000">
                                          <p:val>
                                            <p:strVal val="#ppt_x"/>
                                          </p:val>
                                        </p:tav>
                                      </p:tavLst>
                                    </p:anim>
                                    <p:anim calcmode="lin" valueType="num">
                                      <p:cBhvr additive="base">
                                        <p:cTn id="16" dur="225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31" grpId="0" animBg="1"/>
      <p:bldP spid="31"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esquinas diagonales redondeadas 5">
            <a:extLst>
              <a:ext uri="{FF2B5EF4-FFF2-40B4-BE49-F238E27FC236}">
                <a16:creationId xmlns:a16="http://schemas.microsoft.com/office/drawing/2014/main" id="{AE70D7FC-2D97-AA5F-DB2C-BB42E2EDA0E1}"/>
              </a:ext>
            </a:extLst>
          </p:cNvPr>
          <p:cNvSpPr/>
          <p:nvPr/>
        </p:nvSpPr>
        <p:spPr>
          <a:xfrm>
            <a:off x="263525" y="260350"/>
            <a:ext cx="11664950" cy="1152525"/>
          </a:xfrm>
          <a:prstGeom prst="round2Diag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7" name="CuadroTexto 6">
            <a:extLst>
              <a:ext uri="{FF2B5EF4-FFF2-40B4-BE49-F238E27FC236}">
                <a16:creationId xmlns:a16="http://schemas.microsoft.com/office/drawing/2014/main" id="{AB97707E-CF2F-4B36-F5CD-946E3B4BC60D}"/>
              </a:ext>
            </a:extLst>
          </p:cNvPr>
          <p:cNvSpPr txBox="1"/>
          <p:nvPr/>
        </p:nvSpPr>
        <p:spPr>
          <a:xfrm>
            <a:off x="407988" y="328613"/>
            <a:ext cx="7710487" cy="1016000"/>
          </a:xfrm>
          <a:prstGeom prst="rect">
            <a:avLst/>
          </a:prstGeom>
          <a:noFill/>
        </p:spPr>
        <p:txBody>
          <a:bodyPr wrap="none">
            <a:spAutoFit/>
          </a:bodyPr>
          <a:lstStyle/>
          <a:p>
            <a:pPr>
              <a:defRPr/>
            </a:pPr>
            <a:r>
              <a:rPr lang="es-ES" sz="6000" b="1" dirty="0">
                <a:solidFill>
                  <a:schemeClr val="accent4"/>
                </a:solidFill>
                <a:latin typeface="Agency FB" panose="020B0503020202020204" pitchFamily="34" charset="0"/>
              </a:rPr>
              <a:t>Conceptos de la clase de hoy</a:t>
            </a:r>
            <a:endParaRPr lang="es-AR" sz="6000" b="1" dirty="0">
              <a:solidFill>
                <a:schemeClr val="accent4"/>
              </a:solidFill>
              <a:latin typeface="Agency FB" panose="020B0503020202020204" pitchFamily="34" charset="0"/>
            </a:endParaRPr>
          </a:p>
        </p:txBody>
      </p:sp>
      <p:grpSp>
        <p:nvGrpSpPr>
          <p:cNvPr id="3" name="Grupo 2">
            <a:extLst>
              <a:ext uri="{FF2B5EF4-FFF2-40B4-BE49-F238E27FC236}">
                <a16:creationId xmlns:a16="http://schemas.microsoft.com/office/drawing/2014/main" id="{810FEE08-2D5D-767A-E3DA-9A1F60567835}"/>
              </a:ext>
            </a:extLst>
          </p:cNvPr>
          <p:cNvGrpSpPr>
            <a:grpSpLocks/>
          </p:cNvGrpSpPr>
          <p:nvPr/>
        </p:nvGrpSpPr>
        <p:grpSpPr bwMode="auto">
          <a:xfrm>
            <a:off x="191344" y="1844824"/>
            <a:ext cx="2244725" cy="2631057"/>
            <a:chOff x="179388" y="2053672"/>
            <a:chExt cx="2244725" cy="2630470"/>
          </a:xfrm>
        </p:grpSpPr>
        <p:sp>
          <p:nvSpPr>
            <p:cNvPr id="43" name="6 CuadroTexto">
              <a:extLst>
                <a:ext uri="{FF2B5EF4-FFF2-40B4-BE49-F238E27FC236}">
                  <a16:creationId xmlns:a16="http://schemas.microsoft.com/office/drawing/2014/main" id="{3636FD75-791B-22F1-C801-34E66D342875}"/>
                </a:ext>
              </a:extLst>
            </p:cNvPr>
            <p:cNvSpPr txBox="1"/>
            <p:nvPr/>
          </p:nvSpPr>
          <p:spPr>
            <a:xfrm>
              <a:off x="179388" y="3976275"/>
              <a:ext cx="2244725" cy="707867"/>
            </a:xfrm>
            <a:prstGeom prst="rect">
              <a:avLst/>
            </a:prstGeom>
            <a:noFill/>
            <a:ln w="38100">
              <a:solidFill>
                <a:schemeClr val="bg2">
                  <a:lumMod val="75000"/>
                </a:schemeClr>
              </a:solidFill>
            </a:ln>
          </p:spPr>
          <p:style>
            <a:lnRef idx="1">
              <a:schemeClr val="accent4"/>
            </a:lnRef>
            <a:fillRef idx="2">
              <a:schemeClr val="accent4"/>
            </a:fillRef>
            <a:effectRef idx="1">
              <a:schemeClr val="accent4"/>
            </a:effectRef>
            <a:fontRef idx="minor">
              <a:schemeClr val="dk1"/>
            </a:fontRef>
          </p:style>
          <p:txBody>
            <a:bodyPr>
              <a:spAutoFit/>
            </a:bodyPr>
            <a:lstStyle/>
            <a:p>
              <a:pPr algn="ctr" eaLnBrk="1" hangingPunct="1">
                <a:buClr>
                  <a:srgbClr val="FFCC66"/>
                </a:buClr>
                <a:defRPr/>
              </a:pPr>
              <a:r>
                <a:rPr lang="es-ES_tradnl" sz="4000" dirty="0" err="1">
                  <a:latin typeface="Agency FB" panose="020B0503020202020204" pitchFamily="34" charset="0"/>
                </a:rPr>
                <a:t>Arbol</a:t>
              </a:r>
              <a:endParaRPr lang="es-ES_tradnl" sz="4000" dirty="0">
                <a:latin typeface="Agency FB" panose="020B0503020202020204" pitchFamily="34" charset="0"/>
              </a:endParaRPr>
            </a:p>
          </p:txBody>
        </p:sp>
        <p:grpSp>
          <p:nvGrpSpPr>
            <p:cNvPr id="18450" name="Grupo 29">
              <a:extLst>
                <a:ext uri="{FF2B5EF4-FFF2-40B4-BE49-F238E27FC236}">
                  <a16:creationId xmlns:a16="http://schemas.microsoft.com/office/drawing/2014/main" id="{FE87DAC6-3B80-CCA6-9242-1595E6520685}"/>
                </a:ext>
              </a:extLst>
            </p:cNvPr>
            <p:cNvGrpSpPr>
              <a:grpSpLocks/>
            </p:cNvGrpSpPr>
            <p:nvPr/>
          </p:nvGrpSpPr>
          <p:grpSpPr bwMode="auto">
            <a:xfrm>
              <a:off x="192088" y="2053672"/>
              <a:ext cx="2016125" cy="2015675"/>
              <a:chOff x="335360" y="2060861"/>
              <a:chExt cx="2016224" cy="2015774"/>
            </a:xfrm>
          </p:grpSpPr>
          <p:sp>
            <p:nvSpPr>
              <p:cNvPr id="8" name="Elipse 7">
                <a:extLst>
                  <a:ext uri="{FF2B5EF4-FFF2-40B4-BE49-F238E27FC236}">
                    <a16:creationId xmlns:a16="http://schemas.microsoft.com/office/drawing/2014/main" id="{CEAD400B-6DA4-889C-115B-2B9CBF56F075}"/>
                  </a:ext>
                </a:extLst>
              </p:cNvPr>
              <p:cNvSpPr/>
              <p:nvPr/>
            </p:nvSpPr>
            <p:spPr>
              <a:xfrm>
                <a:off x="335360" y="2060861"/>
                <a:ext cx="2016224" cy="2015774"/>
              </a:xfrm>
              <a:prstGeom prst="ellipse">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18452" name="CuadroTexto 20">
                <a:extLst>
                  <a:ext uri="{FF2B5EF4-FFF2-40B4-BE49-F238E27FC236}">
                    <a16:creationId xmlns:a16="http://schemas.microsoft.com/office/drawing/2014/main" id="{C00C6C6A-D06D-8218-FEEC-6E2F2AC37386}"/>
                  </a:ext>
                </a:extLst>
              </p:cNvPr>
              <p:cNvSpPr txBox="1">
                <a:spLocks noChangeArrowheads="1"/>
              </p:cNvSpPr>
              <p:nvPr/>
            </p:nvSpPr>
            <p:spPr bwMode="auto">
              <a:xfrm>
                <a:off x="1127448" y="2557353"/>
                <a:ext cx="36580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s-ES" altLang="es-AR" sz="6000" b="1">
                    <a:solidFill>
                      <a:schemeClr val="bg1"/>
                    </a:solidFill>
                    <a:latin typeface="Agency FB" panose="020B0503020202020204" pitchFamily="34" charset="0"/>
                  </a:rPr>
                  <a:t>1</a:t>
                </a:r>
                <a:endParaRPr lang="es-AR" altLang="es-AR" sz="6000" b="1">
                  <a:solidFill>
                    <a:schemeClr val="bg1"/>
                  </a:solidFill>
                  <a:latin typeface="Agency FB" panose="020B0503020202020204" pitchFamily="34" charset="0"/>
                </a:endParaRPr>
              </a:p>
            </p:txBody>
          </p:sp>
        </p:grpSp>
      </p:grpSp>
      <p:grpSp>
        <p:nvGrpSpPr>
          <p:cNvPr id="9" name="Grupo 8">
            <a:extLst>
              <a:ext uri="{FF2B5EF4-FFF2-40B4-BE49-F238E27FC236}">
                <a16:creationId xmlns:a16="http://schemas.microsoft.com/office/drawing/2014/main" id="{AB0EE7BE-0079-E91F-F7A4-7FF5B07EE8E2}"/>
              </a:ext>
            </a:extLst>
          </p:cNvPr>
          <p:cNvGrpSpPr>
            <a:grpSpLocks/>
          </p:cNvGrpSpPr>
          <p:nvPr/>
        </p:nvGrpSpPr>
        <p:grpSpPr bwMode="auto">
          <a:xfrm>
            <a:off x="9264650" y="1844824"/>
            <a:ext cx="2406650" cy="2579687"/>
            <a:chOff x="9420226" y="2125663"/>
            <a:chExt cx="2406650" cy="2579548"/>
          </a:xfrm>
        </p:grpSpPr>
        <p:grpSp>
          <p:nvGrpSpPr>
            <p:cNvPr id="18445" name="Grupo 36">
              <a:extLst>
                <a:ext uri="{FF2B5EF4-FFF2-40B4-BE49-F238E27FC236}">
                  <a16:creationId xmlns:a16="http://schemas.microsoft.com/office/drawing/2014/main" id="{78DC7CC6-4723-233F-6212-7B3D80895B87}"/>
                </a:ext>
              </a:extLst>
            </p:cNvPr>
            <p:cNvGrpSpPr>
              <a:grpSpLocks/>
            </p:cNvGrpSpPr>
            <p:nvPr/>
          </p:nvGrpSpPr>
          <p:grpSpPr bwMode="auto">
            <a:xfrm>
              <a:off x="9696450" y="2125663"/>
              <a:ext cx="2016125" cy="2016125"/>
              <a:chOff x="335360" y="2132856"/>
              <a:chExt cx="2016224" cy="2016224"/>
            </a:xfrm>
          </p:grpSpPr>
          <p:sp>
            <p:nvSpPr>
              <p:cNvPr id="38" name="Elipse 37">
                <a:extLst>
                  <a:ext uri="{FF2B5EF4-FFF2-40B4-BE49-F238E27FC236}">
                    <a16:creationId xmlns:a16="http://schemas.microsoft.com/office/drawing/2014/main" id="{A07E16DF-36A2-BE8C-4CA7-449B8DC83376}"/>
                  </a:ext>
                </a:extLst>
              </p:cNvPr>
              <p:cNvSpPr/>
              <p:nvPr/>
            </p:nvSpPr>
            <p:spPr>
              <a:xfrm>
                <a:off x="335361" y="2132856"/>
                <a:ext cx="2016224" cy="2016115"/>
              </a:xfrm>
              <a:prstGeom prst="ellipse">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18448" name="CuadroTexto 38">
                <a:extLst>
                  <a:ext uri="{FF2B5EF4-FFF2-40B4-BE49-F238E27FC236}">
                    <a16:creationId xmlns:a16="http://schemas.microsoft.com/office/drawing/2014/main" id="{613E6D77-DCBE-560B-18A2-54E8B1FD0E3B}"/>
                  </a:ext>
                </a:extLst>
              </p:cNvPr>
              <p:cNvSpPr txBox="1">
                <a:spLocks noChangeArrowheads="1"/>
              </p:cNvSpPr>
              <p:nvPr/>
            </p:nvSpPr>
            <p:spPr bwMode="auto">
              <a:xfrm>
                <a:off x="1127448" y="2557353"/>
                <a:ext cx="53412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s-ES" altLang="es-AR" sz="6000" b="1">
                    <a:solidFill>
                      <a:schemeClr val="bg1"/>
                    </a:solidFill>
                    <a:latin typeface="Agency FB" panose="020B0503020202020204" pitchFamily="34" charset="0"/>
                  </a:rPr>
                  <a:t>3</a:t>
                </a:r>
                <a:endParaRPr lang="es-AR" altLang="es-AR" sz="6000" b="1">
                  <a:solidFill>
                    <a:schemeClr val="bg1"/>
                  </a:solidFill>
                  <a:latin typeface="Agency FB" panose="020B0503020202020204" pitchFamily="34" charset="0"/>
                </a:endParaRPr>
              </a:p>
            </p:txBody>
          </p:sp>
        </p:grpSp>
        <p:sp>
          <p:nvSpPr>
            <p:cNvPr id="47" name="6 CuadroTexto">
              <a:extLst>
                <a:ext uri="{FF2B5EF4-FFF2-40B4-BE49-F238E27FC236}">
                  <a16:creationId xmlns:a16="http://schemas.microsoft.com/office/drawing/2014/main" id="{DEDC323D-0F1A-F0C2-AAE1-16BD7116EB63}"/>
                </a:ext>
              </a:extLst>
            </p:cNvPr>
            <p:cNvSpPr txBox="1"/>
            <p:nvPr/>
          </p:nvSpPr>
          <p:spPr>
            <a:xfrm>
              <a:off x="9420226" y="3997224"/>
              <a:ext cx="2406650" cy="707987"/>
            </a:xfrm>
            <a:prstGeom prst="rect">
              <a:avLst/>
            </a:prstGeom>
            <a:noFill/>
            <a:ln w="38100">
              <a:solidFill>
                <a:schemeClr val="bg2">
                  <a:lumMod val="75000"/>
                </a:schemeClr>
              </a:solidFill>
            </a:ln>
          </p:spPr>
          <p:style>
            <a:lnRef idx="1">
              <a:schemeClr val="accent4"/>
            </a:lnRef>
            <a:fillRef idx="2">
              <a:schemeClr val="accent4"/>
            </a:fillRef>
            <a:effectRef idx="1">
              <a:schemeClr val="accent4"/>
            </a:effectRef>
            <a:fontRef idx="minor">
              <a:schemeClr val="dk1"/>
            </a:fontRef>
          </p:style>
          <p:txBody>
            <a:bodyPr>
              <a:spAutoFit/>
            </a:bodyPr>
            <a:lstStyle/>
            <a:p>
              <a:pPr algn="ctr" eaLnBrk="1" hangingPunct="1">
                <a:buClr>
                  <a:srgbClr val="FFCC66"/>
                </a:buClr>
                <a:defRPr/>
              </a:pPr>
              <a:r>
                <a:rPr lang="es-ES_tradnl" sz="4000" dirty="0">
                  <a:latin typeface="Agency FB" panose="020B0503020202020204" pitchFamily="34" charset="0"/>
                </a:rPr>
                <a:t>Conclusiones</a:t>
              </a:r>
            </a:p>
          </p:txBody>
        </p:sp>
      </p:grpSp>
      <p:sp>
        <p:nvSpPr>
          <p:cNvPr id="18439" name="CuadroTexto 21">
            <a:extLst>
              <a:ext uri="{FF2B5EF4-FFF2-40B4-BE49-F238E27FC236}">
                <a16:creationId xmlns:a16="http://schemas.microsoft.com/office/drawing/2014/main" id="{7DF21E2B-FCA1-7683-DF54-47BA995E7E82}"/>
              </a:ext>
            </a:extLst>
          </p:cNvPr>
          <p:cNvSpPr txBox="1">
            <a:spLocks noChangeArrowheads="1"/>
          </p:cNvSpPr>
          <p:nvPr/>
        </p:nvSpPr>
        <p:spPr bwMode="auto">
          <a:xfrm>
            <a:off x="6121152" y="2113111"/>
            <a:ext cx="52546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s-ES" altLang="es-AR" sz="6000" b="1">
                <a:solidFill>
                  <a:schemeClr val="bg1"/>
                </a:solidFill>
                <a:latin typeface="Agency FB" panose="020B0503020202020204" pitchFamily="34" charset="0"/>
              </a:rPr>
              <a:t>2</a:t>
            </a:r>
            <a:endParaRPr lang="es-AR" altLang="es-AR" sz="6000" b="1">
              <a:solidFill>
                <a:schemeClr val="bg1"/>
              </a:solidFill>
              <a:latin typeface="Agency FB" panose="020B0503020202020204" pitchFamily="34" charset="0"/>
            </a:endParaRPr>
          </a:p>
        </p:txBody>
      </p:sp>
      <p:grpSp>
        <p:nvGrpSpPr>
          <p:cNvPr id="5" name="Grupo 4">
            <a:extLst>
              <a:ext uri="{FF2B5EF4-FFF2-40B4-BE49-F238E27FC236}">
                <a16:creationId xmlns:a16="http://schemas.microsoft.com/office/drawing/2014/main" id="{04A781F5-12E1-B45D-EECF-BC4D564EF295}"/>
              </a:ext>
            </a:extLst>
          </p:cNvPr>
          <p:cNvGrpSpPr>
            <a:grpSpLocks/>
          </p:cNvGrpSpPr>
          <p:nvPr/>
        </p:nvGrpSpPr>
        <p:grpSpPr bwMode="auto">
          <a:xfrm>
            <a:off x="2639616" y="1844824"/>
            <a:ext cx="6499210" cy="4217923"/>
            <a:chOff x="1369584" y="2125663"/>
            <a:chExt cx="6501272" cy="4220300"/>
          </a:xfrm>
        </p:grpSpPr>
        <p:grpSp>
          <p:nvGrpSpPr>
            <p:cNvPr id="18441" name="Grupo 30">
              <a:extLst>
                <a:ext uri="{FF2B5EF4-FFF2-40B4-BE49-F238E27FC236}">
                  <a16:creationId xmlns:a16="http://schemas.microsoft.com/office/drawing/2014/main" id="{CDE0A764-873C-7222-FA5D-27D3597A26AE}"/>
                </a:ext>
              </a:extLst>
            </p:cNvPr>
            <p:cNvGrpSpPr>
              <a:grpSpLocks/>
            </p:cNvGrpSpPr>
            <p:nvPr/>
          </p:nvGrpSpPr>
          <p:grpSpPr bwMode="auto">
            <a:xfrm>
              <a:off x="3359150" y="2125663"/>
              <a:ext cx="2016125" cy="2016133"/>
              <a:chOff x="335360" y="2132856"/>
              <a:chExt cx="2016224" cy="2016232"/>
            </a:xfrm>
          </p:grpSpPr>
          <p:sp>
            <p:nvSpPr>
              <p:cNvPr id="12" name="Elipse 11">
                <a:extLst>
                  <a:ext uri="{FF2B5EF4-FFF2-40B4-BE49-F238E27FC236}">
                    <a16:creationId xmlns:a16="http://schemas.microsoft.com/office/drawing/2014/main" id="{E64F5B19-6D3A-1761-389A-691F31FA6A35}"/>
                  </a:ext>
                </a:extLst>
              </p:cNvPr>
              <p:cNvSpPr/>
              <p:nvPr/>
            </p:nvSpPr>
            <p:spPr>
              <a:xfrm>
                <a:off x="335715" y="2132856"/>
                <a:ext cx="2015277" cy="2015772"/>
              </a:xfrm>
              <a:prstGeom prst="ellipse">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18444" name="CuadroTexto 32">
                <a:extLst>
                  <a:ext uri="{FF2B5EF4-FFF2-40B4-BE49-F238E27FC236}">
                    <a16:creationId xmlns:a16="http://schemas.microsoft.com/office/drawing/2014/main" id="{5BC1C4C3-8876-1746-7B25-BF4D17652F45}"/>
                  </a:ext>
                </a:extLst>
              </p:cNvPr>
              <p:cNvSpPr txBox="1">
                <a:spLocks noChangeArrowheads="1"/>
              </p:cNvSpPr>
              <p:nvPr/>
            </p:nvSpPr>
            <p:spPr bwMode="auto">
              <a:xfrm>
                <a:off x="1127448" y="2557353"/>
                <a:ext cx="538956" cy="101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s-ES" altLang="es-AR" sz="6000" b="1">
                    <a:solidFill>
                      <a:schemeClr val="bg1"/>
                    </a:solidFill>
                    <a:latin typeface="Agency FB" panose="020B0503020202020204" pitchFamily="34" charset="0"/>
                  </a:rPr>
                  <a:t>2</a:t>
                </a:r>
                <a:endParaRPr lang="es-AR" altLang="es-AR" sz="6000" b="1">
                  <a:solidFill>
                    <a:schemeClr val="bg1"/>
                  </a:solidFill>
                  <a:latin typeface="Agency FB" panose="020B0503020202020204" pitchFamily="34" charset="0"/>
                </a:endParaRPr>
              </a:p>
            </p:txBody>
          </p:sp>
        </p:grpSp>
        <p:sp>
          <p:nvSpPr>
            <p:cNvPr id="11" name="6 CuadroTexto">
              <a:extLst>
                <a:ext uri="{FF2B5EF4-FFF2-40B4-BE49-F238E27FC236}">
                  <a16:creationId xmlns:a16="http://schemas.microsoft.com/office/drawing/2014/main" id="{02634F9F-57AF-D0FF-59A9-CC00AAC88F85}"/>
                </a:ext>
              </a:extLst>
            </p:cNvPr>
            <p:cNvSpPr txBox="1"/>
            <p:nvPr/>
          </p:nvSpPr>
          <p:spPr>
            <a:xfrm>
              <a:off x="1369584" y="3789978"/>
              <a:ext cx="6501272" cy="2555985"/>
            </a:xfrm>
            <a:prstGeom prst="rect">
              <a:avLst/>
            </a:prstGeom>
            <a:noFill/>
            <a:ln w="38100">
              <a:solidFill>
                <a:schemeClr val="bg2">
                  <a:lumMod val="75000"/>
                </a:schemeClr>
              </a:solidFill>
            </a:ln>
          </p:spPr>
          <p:style>
            <a:lnRef idx="1">
              <a:schemeClr val="accent4"/>
            </a:lnRef>
            <a:fillRef idx="2">
              <a:schemeClr val="accent4"/>
            </a:fillRef>
            <a:effectRef idx="1">
              <a:schemeClr val="accent4"/>
            </a:effectRef>
            <a:fontRef idx="minor">
              <a:schemeClr val="dk1"/>
            </a:fontRef>
          </p:style>
          <p:txBody>
            <a:bodyPr wrap="square">
              <a:spAutoFit/>
            </a:bodyPr>
            <a:lstStyle/>
            <a:p>
              <a:pPr algn="ctr" eaLnBrk="1" hangingPunct="1">
                <a:buClr>
                  <a:srgbClr val="FFCC66"/>
                </a:buClr>
                <a:defRPr/>
              </a:pPr>
              <a:r>
                <a:rPr lang="es-ES_tradnl" sz="4000" dirty="0">
                  <a:latin typeface="Agency FB" panose="020B0503020202020204" pitchFamily="34" charset="0"/>
                </a:rPr>
                <a:t>ABB operaciones</a:t>
              </a:r>
            </a:p>
            <a:p>
              <a:pPr eaLnBrk="1" hangingPunct="1">
                <a:buClr>
                  <a:srgbClr val="FFCC66"/>
                </a:buClr>
                <a:defRPr/>
              </a:pPr>
              <a:r>
                <a:rPr lang="es-ES_tradnl" sz="4000" dirty="0">
                  <a:latin typeface="Agency FB" panose="020B0503020202020204" pitchFamily="34" charset="0"/>
                </a:rPr>
                <a:t>Buscar un valor</a:t>
              </a:r>
            </a:p>
            <a:p>
              <a:pPr eaLnBrk="1" hangingPunct="1">
                <a:buClr>
                  <a:srgbClr val="FFCC66"/>
                </a:buClr>
                <a:defRPr/>
              </a:pPr>
              <a:r>
                <a:rPr lang="es-ES_tradnl" sz="4000" dirty="0">
                  <a:latin typeface="Agency FB" panose="020B0503020202020204" pitchFamily="34" charset="0"/>
                </a:rPr>
                <a:t>Contar nodos del </a:t>
              </a:r>
              <a:r>
                <a:rPr lang="es-ES_tradnl" sz="4000" dirty="0" err="1">
                  <a:latin typeface="Agency FB" panose="020B0503020202020204" pitchFamily="34" charset="0"/>
                </a:rPr>
                <a:t>arbol</a:t>
              </a:r>
              <a:endParaRPr lang="es-ES_tradnl" sz="4000" dirty="0">
                <a:latin typeface="Agency FB" panose="020B0503020202020204" pitchFamily="34" charset="0"/>
              </a:endParaRPr>
            </a:p>
            <a:p>
              <a:pPr eaLnBrk="1" hangingPunct="1">
                <a:buClr>
                  <a:srgbClr val="FFCC66"/>
                </a:buClr>
                <a:defRPr/>
              </a:pPr>
              <a:r>
                <a:rPr lang="es-ES_tradnl" sz="4000" dirty="0">
                  <a:latin typeface="Agency FB" panose="020B0503020202020204" pitchFamily="34" charset="0"/>
                </a:rPr>
                <a:t>Valor máximo y valor mínimo del </a:t>
              </a:r>
              <a:r>
                <a:rPr lang="es-ES_tradnl" sz="4000" dirty="0" err="1">
                  <a:latin typeface="Agency FB" panose="020B0503020202020204" pitchFamily="34" charset="0"/>
                </a:rPr>
                <a:t>arbol</a:t>
              </a:r>
              <a:endParaRPr lang="es-ES_tradnl" sz="4000" dirty="0">
                <a:latin typeface="Agency FB" panose="020B0503020202020204" pitchFamily="34" charset="0"/>
              </a:endParaRP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750" fill="hold"/>
                                        <p:tgtEl>
                                          <p:spTgt spid="3"/>
                                        </p:tgtEl>
                                        <p:attrNameLst>
                                          <p:attrName>ppt_x</p:attrName>
                                        </p:attrNameLst>
                                      </p:cBhvr>
                                      <p:tavLst>
                                        <p:tav tm="0">
                                          <p:val>
                                            <p:strVal val="#ppt_x"/>
                                          </p:val>
                                        </p:tav>
                                        <p:tav tm="100000">
                                          <p:val>
                                            <p:strVal val="#ppt_x"/>
                                          </p:val>
                                        </p:tav>
                                      </p:tavLst>
                                    </p:anim>
                                    <p:anim calcmode="lin" valueType="num">
                                      <p:cBhvr additive="base">
                                        <p:cTn id="8" dur="175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1500" fill="hold"/>
                                        <p:tgtEl>
                                          <p:spTgt spid="5"/>
                                        </p:tgtEl>
                                        <p:attrNameLst>
                                          <p:attrName>ppt_x</p:attrName>
                                        </p:attrNameLst>
                                      </p:cBhvr>
                                      <p:tavLst>
                                        <p:tav tm="0">
                                          <p:val>
                                            <p:strVal val="#ppt_x"/>
                                          </p:val>
                                        </p:tav>
                                        <p:tav tm="100000">
                                          <p:val>
                                            <p:strVal val="#ppt_x"/>
                                          </p:val>
                                        </p:tav>
                                      </p:tavLst>
                                    </p:anim>
                                    <p:anim calcmode="lin" valueType="num">
                                      <p:cBhvr additive="base">
                                        <p:cTn id="14" dur="1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1500" fill="hold"/>
                                        <p:tgtEl>
                                          <p:spTgt spid="9"/>
                                        </p:tgtEl>
                                        <p:attrNameLst>
                                          <p:attrName>ppt_x</p:attrName>
                                        </p:attrNameLst>
                                      </p:cBhvr>
                                      <p:tavLst>
                                        <p:tav tm="0">
                                          <p:val>
                                            <p:strVal val="#ppt_x"/>
                                          </p:val>
                                        </p:tav>
                                        <p:tav tm="100000">
                                          <p:val>
                                            <p:strVal val="#ppt_x"/>
                                          </p:val>
                                        </p:tav>
                                      </p:tavLst>
                                    </p:anim>
                                    <p:anim calcmode="lin" valueType="num">
                                      <p:cBhvr additive="base">
                                        <p:cTn id="20" dur="1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esquinas diagonales redondeadas 4">
            <a:extLst>
              <a:ext uri="{FF2B5EF4-FFF2-40B4-BE49-F238E27FC236}">
                <a16:creationId xmlns:a16="http://schemas.microsoft.com/office/drawing/2014/main" id="{6F7B284E-08C9-527D-77B6-1B7E2FEB079F}"/>
              </a:ext>
            </a:extLst>
          </p:cNvPr>
          <p:cNvSpPr/>
          <p:nvPr/>
        </p:nvSpPr>
        <p:spPr>
          <a:xfrm>
            <a:off x="263525" y="260350"/>
            <a:ext cx="11664950" cy="1152525"/>
          </a:xfrm>
          <a:prstGeom prst="round2Diag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6" name="CuadroTexto 5">
            <a:extLst>
              <a:ext uri="{FF2B5EF4-FFF2-40B4-BE49-F238E27FC236}">
                <a16:creationId xmlns:a16="http://schemas.microsoft.com/office/drawing/2014/main" id="{BFFE0B80-427A-5F31-2952-19958E1177B2}"/>
              </a:ext>
            </a:extLst>
          </p:cNvPr>
          <p:cNvSpPr txBox="1"/>
          <p:nvPr/>
        </p:nvSpPr>
        <p:spPr>
          <a:xfrm>
            <a:off x="334963" y="328613"/>
            <a:ext cx="11695112" cy="923925"/>
          </a:xfrm>
          <a:prstGeom prst="rect">
            <a:avLst/>
          </a:prstGeom>
          <a:noFill/>
        </p:spPr>
        <p:txBody>
          <a:bodyPr wrap="none">
            <a:spAutoFit/>
          </a:bodyPr>
          <a:lstStyle/>
          <a:p>
            <a:pPr>
              <a:defRPr/>
            </a:pPr>
            <a:r>
              <a:rPr lang="es-ES" sz="5400" b="1" dirty="0" err="1">
                <a:solidFill>
                  <a:schemeClr val="accent4"/>
                </a:solidFill>
                <a:latin typeface="Agency FB" panose="020B0503020202020204" pitchFamily="34" charset="0"/>
              </a:rPr>
              <a:t>Arbol</a:t>
            </a:r>
            <a:r>
              <a:rPr lang="es-ES" sz="5400" b="1" dirty="0">
                <a:solidFill>
                  <a:schemeClr val="accent4"/>
                </a:solidFill>
                <a:latin typeface="Agency FB" panose="020B0503020202020204" pitchFamily="34" charset="0"/>
              </a:rPr>
              <a:t> Binario de Búsqueda – Buscar un elemento</a:t>
            </a:r>
            <a:endParaRPr lang="es-AR" sz="5400" b="1" dirty="0">
              <a:solidFill>
                <a:schemeClr val="accent4"/>
              </a:solidFill>
              <a:latin typeface="Agency FB" panose="020B0503020202020204" pitchFamily="34" charset="0"/>
            </a:endParaRPr>
          </a:p>
        </p:txBody>
      </p:sp>
      <p:grpSp>
        <p:nvGrpSpPr>
          <p:cNvPr id="20484" name="Google Shape;124;p18">
            <a:extLst>
              <a:ext uri="{FF2B5EF4-FFF2-40B4-BE49-F238E27FC236}">
                <a16:creationId xmlns:a16="http://schemas.microsoft.com/office/drawing/2014/main" id="{4303F837-AE8C-E7F3-117C-F15C322642F5}"/>
              </a:ext>
            </a:extLst>
          </p:cNvPr>
          <p:cNvGrpSpPr>
            <a:grpSpLocks/>
          </p:cNvGrpSpPr>
          <p:nvPr/>
        </p:nvGrpSpPr>
        <p:grpSpPr bwMode="auto">
          <a:xfrm>
            <a:off x="5808663" y="2276475"/>
            <a:ext cx="4659312" cy="2820988"/>
            <a:chOff x="497555" y="1412776"/>
            <a:chExt cx="4680520" cy="3024336"/>
          </a:xfrm>
        </p:grpSpPr>
        <p:grpSp>
          <p:nvGrpSpPr>
            <p:cNvPr id="20490" name="Google Shape;125;p18">
              <a:extLst>
                <a:ext uri="{FF2B5EF4-FFF2-40B4-BE49-F238E27FC236}">
                  <a16:creationId xmlns:a16="http://schemas.microsoft.com/office/drawing/2014/main" id="{E39F1A1E-20BA-8E6A-A7C2-DABD2765C824}"/>
                </a:ext>
              </a:extLst>
            </p:cNvPr>
            <p:cNvGrpSpPr>
              <a:grpSpLocks/>
            </p:cNvGrpSpPr>
            <p:nvPr/>
          </p:nvGrpSpPr>
          <p:grpSpPr bwMode="auto">
            <a:xfrm>
              <a:off x="497555" y="1412776"/>
              <a:ext cx="4680520" cy="3024336"/>
              <a:chOff x="839416" y="1700808"/>
              <a:chExt cx="3568700" cy="2423575"/>
            </a:xfrm>
          </p:grpSpPr>
          <p:grpSp>
            <p:nvGrpSpPr>
              <p:cNvPr id="20498" name="Google Shape;126;p18">
                <a:extLst>
                  <a:ext uri="{FF2B5EF4-FFF2-40B4-BE49-F238E27FC236}">
                    <a16:creationId xmlns:a16="http://schemas.microsoft.com/office/drawing/2014/main" id="{14EEF3B5-E6DE-FE45-2536-DFDBC19733A2}"/>
                  </a:ext>
                </a:extLst>
              </p:cNvPr>
              <p:cNvGrpSpPr>
                <a:grpSpLocks/>
              </p:cNvGrpSpPr>
              <p:nvPr/>
            </p:nvGrpSpPr>
            <p:grpSpPr bwMode="auto">
              <a:xfrm>
                <a:off x="839416" y="1700808"/>
                <a:ext cx="3568700" cy="2360838"/>
                <a:chOff x="147639" y="1252014"/>
                <a:chExt cx="3567232" cy="2361884"/>
              </a:xfrm>
            </p:grpSpPr>
            <p:sp>
              <p:nvSpPr>
                <p:cNvPr id="20501" name="Google Shape;127;p18">
                  <a:extLst>
                    <a:ext uri="{FF2B5EF4-FFF2-40B4-BE49-F238E27FC236}">
                      <a16:creationId xmlns:a16="http://schemas.microsoft.com/office/drawing/2014/main" id="{DDDEF786-6350-FC11-3995-740790A98957}"/>
                    </a:ext>
                  </a:extLst>
                </p:cNvPr>
                <p:cNvSpPr>
                  <a:spLocks noChangeArrowheads="1"/>
                </p:cNvSpPr>
                <p:nvPr/>
              </p:nvSpPr>
              <p:spPr bwMode="auto">
                <a:xfrm>
                  <a:off x="1677842" y="1252014"/>
                  <a:ext cx="545720" cy="590812"/>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20502" name="Google Shape;128;p18">
                  <a:extLst>
                    <a:ext uri="{FF2B5EF4-FFF2-40B4-BE49-F238E27FC236}">
                      <a16:creationId xmlns:a16="http://schemas.microsoft.com/office/drawing/2014/main" id="{ED977BB4-CA7F-18BC-3A19-C2A5B637DC7F}"/>
                    </a:ext>
                  </a:extLst>
                </p:cNvPr>
                <p:cNvSpPr>
                  <a:spLocks noChangeArrowheads="1"/>
                </p:cNvSpPr>
                <p:nvPr/>
              </p:nvSpPr>
              <p:spPr bwMode="auto">
                <a:xfrm>
                  <a:off x="825839" y="2153923"/>
                  <a:ext cx="548150" cy="590813"/>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20503" name="Google Shape;129;p18">
                  <a:extLst>
                    <a:ext uri="{FF2B5EF4-FFF2-40B4-BE49-F238E27FC236}">
                      <a16:creationId xmlns:a16="http://schemas.microsoft.com/office/drawing/2014/main" id="{DDEA0FAD-FFE2-EE7A-BE8C-BE887EC8592B}"/>
                    </a:ext>
                  </a:extLst>
                </p:cNvPr>
                <p:cNvSpPr>
                  <a:spLocks noChangeArrowheads="1"/>
                </p:cNvSpPr>
                <p:nvPr/>
              </p:nvSpPr>
              <p:spPr bwMode="auto">
                <a:xfrm>
                  <a:off x="2738896" y="2108896"/>
                  <a:ext cx="545719" cy="589448"/>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20504" name="Google Shape;130;p18">
                  <a:extLst>
                    <a:ext uri="{FF2B5EF4-FFF2-40B4-BE49-F238E27FC236}">
                      <a16:creationId xmlns:a16="http://schemas.microsoft.com/office/drawing/2014/main" id="{B9A23684-DAA0-C1FB-8624-9C63136F7E08}"/>
                    </a:ext>
                  </a:extLst>
                </p:cNvPr>
                <p:cNvSpPr>
                  <a:spLocks noChangeArrowheads="1"/>
                </p:cNvSpPr>
                <p:nvPr/>
              </p:nvSpPr>
              <p:spPr bwMode="auto">
                <a:xfrm>
                  <a:off x="147639" y="3001255"/>
                  <a:ext cx="545719" cy="592177"/>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20505" name="Google Shape;131;p18">
                  <a:extLst>
                    <a:ext uri="{FF2B5EF4-FFF2-40B4-BE49-F238E27FC236}">
                      <a16:creationId xmlns:a16="http://schemas.microsoft.com/office/drawing/2014/main" id="{6F24D08C-086F-664C-9599-6AC1238C7579}"/>
                    </a:ext>
                  </a:extLst>
                </p:cNvPr>
                <p:cNvSpPr>
                  <a:spLocks noChangeArrowheads="1"/>
                </p:cNvSpPr>
                <p:nvPr/>
              </p:nvSpPr>
              <p:spPr bwMode="auto">
                <a:xfrm>
                  <a:off x="1347250" y="3008077"/>
                  <a:ext cx="545720" cy="590813"/>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20506" name="Google Shape;132;p18">
                  <a:extLst>
                    <a:ext uri="{FF2B5EF4-FFF2-40B4-BE49-F238E27FC236}">
                      <a16:creationId xmlns:a16="http://schemas.microsoft.com/office/drawing/2014/main" id="{9C17340A-EFD4-6C38-573C-13B60ADF4668}"/>
                    </a:ext>
                  </a:extLst>
                </p:cNvPr>
                <p:cNvSpPr>
                  <a:spLocks noChangeArrowheads="1"/>
                </p:cNvSpPr>
                <p:nvPr/>
              </p:nvSpPr>
              <p:spPr bwMode="auto">
                <a:xfrm>
                  <a:off x="3169152" y="3023086"/>
                  <a:ext cx="545719" cy="590812"/>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cxnSp>
              <p:nvCxnSpPr>
                <p:cNvPr id="20507" name="Google Shape;133;p18">
                  <a:extLst>
                    <a:ext uri="{FF2B5EF4-FFF2-40B4-BE49-F238E27FC236}">
                      <a16:creationId xmlns:a16="http://schemas.microsoft.com/office/drawing/2014/main" id="{72BC8C55-C4D6-EF97-E536-EB34C30CAE8A}"/>
                    </a:ext>
                  </a:extLst>
                </p:cNvPr>
                <p:cNvCxnSpPr>
                  <a:cxnSpLocks noChangeShapeType="1"/>
                </p:cNvCxnSpPr>
                <p:nvPr/>
              </p:nvCxnSpPr>
              <p:spPr bwMode="auto">
                <a:xfrm flipH="1">
                  <a:off x="1293772" y="1756865"/>
                  <a:ext cx="465503" cy="483020"/>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20508" name="Google Shape;134;p18">
                  <a:extLst>
                    <a:ext uri="{FF2B5EF4-FFF2-40B4-BE49-F238E27FC236}">
                      <a16:creationId xmlns:a16="http://schemas.microsoft.com/office/drawing/2014/main" id="{5F03B3DF-E1FC-4248-6F19-7775820C573A}"/>
                    </a:ext>
                  </a:extLst>
                </p:cNvPr>
                <p:cNvCxnSpPr>
                  <a:cxnSpLocks noChangeShapeType="1"/>
                </p:cNvCxnSpPr>
                <p:nvPr/>
              </p:nvCxnSpPr>
              <p:spPr bwMode="auto">
                <a:xfrm>
                  <a:off x="2223562" y="1717295"/>
                  <a:ext cx="595552" cy="477562"/>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20509" name="Google Shape;135;p18">
                  <a:extLst>
                    <a:ext uri="{FF2B5EF4-FFF2-40B4-BE49-F238E27FC236}">
                      <a16:creationId xmlns:a16="http://schemas.microsoft.com/office/drawing/2014/main" id="{E0A263E5-4767-3A69-D749-122A63247ED6}"/>
                    </a:ext>
                  </a:extLst>
                </p:cNvPr>
                <p:cNvCxnSpPr>
                  <a:cxnSpLocks noChangeShapeType="1"/>
                </p:cNvCxnSpPr>
                <p:nvPr/>
              </p:nvCxnSpPr>
              <p:spPr bwMode="auto">
                <a:xfrm flipH="1">
                  <a:off x="614357" y="2660139"/>
                  <a:ext cx="358546" cy="427076"/>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20510" name="Google Shape;136;p18">
                  <a:extLst>
                    <a:ext uri="{FF2B5EF4-FFF2-40B4-BE49-F238E27FC236}">
                      <a16:creationId xmlns:a16="http://schemas.microsoft.com/office/drawing/2014/main" id="{BA796F14-3FFF-F002-5C4E-6325DDB0EFFE}"/>
                    </a:ext>
                  </a:extLst>
                </p:cNvPr>
                <p:cNvCxnSpPr>
                  <a:cxnSpLocks noChangeShapeType="1"/>
                </p:cNvCxnSpPr>
                <p:nvPr/>
              </p:nvCxnSpPr>
              <p:spPr bwMode="auto">
                <a:xfrm>
                  <a:off x="1315649" y="2645130"/>
                  <a:ext cx="303853" cy="362947"/>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20511" name="Google Shape;137;p18">
                  <a:extLst>
                    <a:ext uri="{FF2B5EF4-FFF2-40B4-BE49-F238E27FC236}">
                      <a16:creationId xmlns:a16="http://schemas.microsoft.com/office/drawing/2014/main" id="{17212423-C424-6AE5-18C1-D65019759B5B}"/>
                    </a:ext>
                  </a:extLst>
                </p:cNvPr>
                <p:cNvCxnSpPr>
                  <a:cxnSpLocks noChangeShapeType="1"/>
                </p:cNvCxnSpPr>
                <p:nvPr/>
              </p:nvCxnSpPr>
              <p:spPr bwMode="auto">
                <a:xfrm>
                  <a:off x="3017225" y="2702437"/>
                  <a:ext cx="305069" cy="361583"/>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grpSp>
          <p:sp>
            <p:nvSpPr>
              <p:cNvPr id="20499" name="Google Shape;138;p18">
                <a:extLst>
                  <a:ext uri="{FF2B5EF4-FFF2-40B4-BE49-F238E27FC236}">
                    <a16:creationId xmlns:a16="http://schemas.microsoft.com/office/drawing/2014/main" id="{23862532-188B-77D3-390B-5C18195F5FBB}"/>
                  </a:ext>
                </a:extLst>
              </p:cNvPr>
              <p:cNvSpPr>
                <a:spLocks noChangeArrowheads="1"/>
              </p:cNvSpPr>
              <p:nvPr/>
            </p:nvSpPr>
            <p:spPr bwMode="auto">
              <a:xfrm>
                <a:off x="2789738" y="3533833"/>
                <a:ext cx="547160" cy="590550"/>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cxnSp>
            <p:nvCxnSpPr>
              <p:cNvPr id="20500" name="Google Shape;139;p18">
                <a:extLst>
                  <a:ext uri="{FF2B5EF4-FFF2-40B4-BE49-F238E27FC236}">
                    <a16:creationId xmlns:a16="http://schemas.microsoft.com/office/drawing/2014/main" id="{AF9728AB-343F-C92D-59EA-C3E7691332C9}"/>
                  </a:ext>
                </a:extLst>
              </p:cNvPr>
              <p:cNvCxnSpPr>
                <a:cxnSpLocks noChangeShapeType="1"/>
              </p:cNvCxnSpPr>
              <p:nvPr/>
            </p:nvCxnSpPr>
            <p:spPr bwMode="auto">
              <a:xfrm flipH="1">
                <a:off x="3257864" y="3192869"/>
                <a:ext cx="357478" cy="426887"/>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grpSp>
        <p:sp>
          <p:nvSpPr>
            <p:cNvPr id="20491" name="Google Shape;140;p18">
              <a:extLst>
                <a:ext uri="{FF2B5EF4-FFF2-40B4-BE49-F238E27FC236}">
                  <a16:creationId xmlns:a16="http://schemas.microsoft.com/office/drawing/2014/main" id="{7AAD9807-1A8E-F85E-CFD7-283EA27857C2}"/>
                </a:ext>
              </a:extLst>
            </p:cNvPr>
            <p:cNvSpPr txBox="1">
              <a:spLocks noChangeArrowheads="1"/>
            </p:cNvSpPr>
            <p:nvPr/>
          </p:nvSpPr>
          <p:spPr bwMode="auto">
            <a:xfrm>
              <a:off x="2610849" y="1531588"/>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15</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20492" name="Google Shape;141;p18">
              <a:extLst>
                <a:ext uri="{FF2B5EF4-FFF2-40B4-BE49-F238E27FC236}">
                  <a16:creationId xmlns:a16="http://schemas.microsoft.com/office/drawing/2014/main" id="{C0550D61-100F-4369-0763-6681515419C3}"/>
                </a:ext>
              </a:extLst>
            </p:cNvPr>
            <p:cNvSpPr txBox="1">
              <a:spLocks noChangeArrowheads="1"/>
            </p:cNvSpPr>
            <p:nvPr/>
          </p:nvSpPr>
          <p:spPr bwMode="auto">
            <a:xfrm>
              <a:off x="4019641" y="2588463"/>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24</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20493" name="Google Shape;142;p18">
              <a:extLst>
                <a:ext uri="{FF2B5EF4-FFF2-40B4-BE49-F238E27FC236}">
                  <a16:creationId xmlns:a16="http://schemas.microsoft.com/office/drawing/2014/main" id="{36E7983E-3ED6-CA77-D055-08E12705DACB}"/>
                </a:ext>
              </a:extLst>
            </p:cNvPr>
            <p:cNvSpPr txBox="1">
              <a:spLocks noChangeArrowheads="1"/>
            </p:cNvSpPr>
            <p:nvPr/>
          </p:nvSpPr>
          <p:spPr bwMode="auto">
            <a:xfrm>
              <a:off x="3144750" y="3807150"/>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16</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20494" name="Google Shape;143;p18">
              <a:extLst>
                <a:ext uri="{FF2B5EF4-FFF2-40B4-BE49-F238E27FC236}">
                  <a16:creationId xmlns:a16="http://schemas.microsoft.com/office/drawing/2014/main" id="{C2324DFA-F955-23B4-C8A0-C2071A300B4D}"/>
                </a:ext>
              </a:extLst>
            </p:cNvPr>
            <p:cNvSpPr txBox="1">
              <a:spLocks noChangeArrowheads="1"/>
            </p:cNvSpPr>
            <p:nvPr/>
          </p:nvSpPr>
          <p:spPr bwMode="auto">
            <a:xfrm>
              <a:off x="4593580" y="3785014"/>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30</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20495" name="Google Shape;144;p18">
              <a:extLst>
                <a:ext uri="{FF2B5EF4-FFF2-40B4-BE49-F238E27FC236}">
                  <a16:creationId xmlns:a16="http://schemas.microsoft.com/office/drawing/2014/main" id="{943F3271-68DB-B9E0-5DB8-BE747365E3C2}"/>
                </a:ext>
              </a:extLst>
            </p:cNvPr>
            <p:cNvSpPr txBox="1">
              <a:spLocks noChangeArrowheads="1"/>
            </p:cNvSpPr>
            <p:nvPr/>
          </p:nvSpPr>
          <p:spPr bwMode="auto">
            <a:xfrm>
              <a:off x="1525401" y="2662748"/>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8</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20496" name="Google Shape;145;p18">
              <a:extLst>
                <a:ext uri="{FF2B5EF4-FFF2-40B4-BE49-F238E27FC236}">
                  <a16:creationId xmlns:a16="http://schemas.microsoft.com/office/drawing/2014/main" id="{AD4F7BDA-795A-7A1D-0583-08FE736AA1C0}"/>
                </a:ext>
              </a:extLst>
            </p:cNvPr>
            <p:cNvSpPr txBox="1">
              <a:spLocks noChangeArrowheads="1"/>
            </p:cNvSpPr>
            <p:nvPr/>
          </p:nvSpPr>
          <p:spPr bwMode="auto">
            <a:xfrm>
              <a:off x="2163841" y="3732688"/>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12</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20497" name="Google Shape;146;p18">
              <a:extLst>
                <a:ext uri="{FF2B5EF4-FFF2-40B4-BE49-F238E27FC236}">
                  <a16:creationId xmlns:a16="http://schemas.microsoft.com/office/drawing/2014/main" id="{55A526E7-4DC8-2C9A-23DB-2723CD5E732F}"/>
                </a:ext>
              </a:extLst>
            </p:cNvPr>
            <p:cNvSpPr txBox="1">
              <a:spLocks noChangeArrowheads="1"/>
            </p:cNvSpPr>
            <p:nvPr/>
          </p:nvSpPr>
          <p:spPr bwMode="auto">
            <a:xfrm>
              <a:off x="661305" y="3727872"/>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7</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grpSp>
      <p:sp>
        <p:nvSpPr>
          <p:cNvPr id="20485" name="Google Shape;123;p18">
            <a:extLst>
              <a:ext uri="{FF2B5EF4-FFF2-40B4-BE49-F238E27FC236}">
                <a16:creationId xmlns:a16="http://schemas.microsoft.com/office/drawing/2014/main" id="{956A7B6D-9D2C-31C1-5D12-D7D62EFFB0CF}"/>
              </a:ext>
            </a:extLst>
          </p:cNvPr>
          <p:cNvSpPr txBox="1">
            <a:spLocks noChangeArrowheads="1"/>
          </p:cNvSpPr>
          <p:nvPr/>
        </p:nvSpPr>
        <p:spPr bwMode="auto">
          <a:xfrm>
            <a:off x="660400" y="1484313"/>
            <a:ext cx="3978275" cy="517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200"/>
              <a:buFont typeface="Consolas" panose="020B0609020204030204" pitchFamily="49" charset="0"/>
              <a:buNone/>
            </a:pPr>
            <a:r>
              <a:rPr lang="en-US" altLang="es-AR" sz="22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Programa arboles;</a:t>
            </a:r>
            <a:endParaRPr lang="es-AR" altLang="es-AR" sz="22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Tahoma" panose="020B0604030504040204" pitchFamily="34" charset="0"/>
              <a:buNone/>
            </a:pPr>
            <a:endParaRPr lang="es-AR" altLang="es-AR" sz="22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Consolas" panose="020B0609020204030204" pitchFamily="49" charset="0"/>
              <a:buNone/>
            </a:pPr>
            <a:r>
              <a:rPr lang="en-US" altLang="es-AR" sz="22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Type</a:t>
            </a:r>
            <a:endParaRPr lang="es-AR" altLang="es-AR" sz="22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Consolas" panose="020B0609020204030204" pitchFamily="49" charset="0"/>
              <a:buNone/>
            </a:pPr>
            <a:r>
              <a:rPr lang="en-US" altLang="es-AR" sz="22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arbol = ^nodo;</a:t>
            </a:r>
            <a:endParaRPr lang="es-AR" altLang="es-AR" sz="22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Tahoma" panose="020B0604030504040204" pitchFamily="34" charset="0"/>
              <a:buNone/>
            </a:pPr>
            <a:r>
              <a:rPr lang="en-US" altLang="es-AR" sz="22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tipo = ...;</a:t>
            </a:r>
            <a:endParaRPr lang="es-AR" altLang="es-AR" sz="22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Consolas" panose="020B0609020204030204" pitchFamily="49" charset="0"/>
              <a:buNone/>
            </a:pPr>
            <a:r>
              <a:rPr lang="en-US" altLang="es-AR" sz="22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nodo = record</a:t>
            </a:r>
            <a:endParaRPr lang="es-AR" altLang="es-AR" sz="22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Consolas" panose="020B0609020204030204" pitchFamily="49" charset="0"/>
              <a:buNone/>
            </a:pPr>
            <a:r>
              <a:rPr lang="en-US" altLang="es-AR" sz="22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dato: tipo;</a:t>
            </a:r>
            <a:endParaRPr lang="es-AR" altLang="es-AR" sz="22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Consolas" panose="020B0609020204030204" pitchFamily="49" charset="0"/>
              <a:buNone/>
            </a:pPr>
            <a:r>
              <a:rPr lang="en-US" altLang="es-AR" sz="22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HI: arbol;</a:t>
            </a:r>
            <a:endParaRPr lang="es-AR" altLang="es-AR" sz="22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Consolas" panose="020B0609020204030204" pitchFamily="49" charset="0"/>
              <a:buNone/>
            </a:pPr>
            <a:r>
              <a:rPr lang="en-US" altLang="es-AR" sz="22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HD: arbol;</a:t>
            </a:r>
            <a:endParaRPr lang="es-AR" altLang="es-AR" sz="22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Consolas" panose="020B0609020204030204" pitchFamily="49" charset="0"/>
              <a:buNone/>
            </a:pPr>
            <a:r>
              <a:rPr lang="en-US" altLang="es-AR" sz="22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end;</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a:p>
            <a:pPr algn="just">
              <a:buClr>
                <a:srgbClr val="000000"/>
              </a:buClr>
              <a:buSzPts val="2200"/>
              <a:buFont typeface="Consolas" panose="020B0609020204030204" pitchFamily="49" charset="0"/>
              <a:buNone/>
            </a:pPr>
            <a:r>
              <a:rPr lang="en-US" altLang="es-AR" sz="22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Var</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a:p>
            <a:pPr algn="just">
              <a:buClr>
                <a:srgbClr val="000000"/>
              </a:buClr>
              <a:buSzPts val="2200"/>
              <a:buFont typeface="Consolas" panose="020B0609020204030204" pitchFamily="49" charset="0"/>
              <a:buNone/>
            </a:pPr>
            <a:r>
              <a:rPr lang="en-US" altLang="es-AR" sz="22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200" b="1">
                <a:solidFill>
                  <a:srgbClr val="FFC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a:arbol;</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a:p>
            <a:pPr algn="just">
              <a:buClr>
                <a:srgbClr val="000000"/>
              </a:buClr>
              <a:buSzPts val="2200"/>
              <a:buFont typeface="Consolas" panose="020B0609020204030204" pitchFamily="49" charset="0"/>
              <a:buNone/>
            </a:pPr>
            <a:r>
              <a:rPr lang="en-US" altLang="es-AR" sz="22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Begin</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a:p>
            <a:pPr algn="just">
              <a:buClr>
                <a:srgbClr val="000000"/>
              </a:buClr>
              <a:buSzPts val="2200"/>
              <a:buFont typeface="Consolas" panose="020B0609020204030204" pitchFamily="49" charset="0"/>
              <a:buNone/>
            </a:pPr>
            <a:r>
              <a:rPr lang="en-US" altLang="es-AR" sz="22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a:p>
            <a:pPr algn="just">
              <a:buClr>
                <a:srgbClr val="000000"/>
              </a:buClr>
              <a:buSzPts val="2200"/>
              <a:buFont typeface="Consolas" panose="020B0609020204030204" pitchFamily="49" charset="0"/>
              <a:buNone/>
            </a:pPr>
            <a:r>
              <a:rPr lang="en-US" altLang="es-AR" sz="22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End.</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20486" name="Google Shape;123;p18">
            <a:extLst>
              <a:ext uri="{FF2B5EF4-FFF2-40B4-BE49-F238E27FC236}">
                <a16:creationId xmlns:a16="http://schemas.microsoft.com/office/drawing/2014/main" id="{50C1ED26-2D92-FC07-5C78-15A11E479980}"/>
              </a:ext>
            </a:extLst>
          </p:cNvPr>
          <p:cNvSpPr txBox="1">
            <a:spLocks noChangeArrowheads="1"/>
          </p:cNvSpPr>
          <p:nvPr/>
        </p:nvSpPr>
        <p:spPr bwMode="auto">
          <a:xfrm>
            <a:off x="8591550" y="2119313"/>
            <a:ext cx="60166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200"/>
              <a:buFont typeface="Consolas" panose="020B0609020204030204" pitchFamily="49" charset="0"/>
              <a:buNone/>
            </a:pPr>
            <a:r>
              <a:rPr lang="en-US" altLang="es-AR" sz="3000" b="1">
                <a:solidFill>
                  <a:srgbClr val="FFC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a:t>
            </a:r>
            <a:endParaRPr lang="es-AR" altLang="es-AR" sz="30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grpSp>
        <p:nvGrpSpPr>
          <p:cNvPr id="4" name="Grupo 8">
            <a:extLst>
              <a:ext uri="{FF2B5EF4-FFF2-40B4-BE49-F238E27FC236}">
                <a16:creationId xmlns:a16="http://schemas.microsoft.com/office/drawing/2014/main" id="{CC120F4B-19EE-ECD4-4B99-1A53A9081407}"/>
              </a:ext>
            </a:extLst>
          </p:cNvPr>
          <p:cNvGrpSpPr>
            <a:grpSpLocks/>
          </p:cNvGrpSpPr>
          <p:nvPr/>
        </p:nvGrpSpPr>
        <p:grpSpPr bwMode="auto">
          <a:xfrm>
            <a:off x="5073650" y="5732463"/>
            <a:ext cx="6562725" cy="720725"/>
            <a:chOff x="290512" y="1385327"/>
            <a:chExt cx="4869384" cy="991384"/>
          </a:xfrm>
        </p:grpSpPr>
        <p:sp>
          <p:nvSpPr>
            <p:cNvPr id="7" name="Rectángulo 6">
              <a:extLst>
                <a:ext uri="{FF2B5EF4-FFF2-40B4-BE49-F238E27FC236}">
                  <a16:creationId xmlns:a16="http://schemas.microsoft.com/office/drawing/2014/main" id="{23A1C881-FA83-133D-5BF4-D0CA5D4E4417}"/>
                </a:ext>
              </a:extLst>
            </p:cNvPr>
            <p:cNvSpPr/>
            <p:nvPr/>
          </p:nvSpPr>
          <p:spPr bwMode="auto">
            <a:xfrm>
              <a:off x="290512" y="1385327"/>
              <a:ext cx="4869384" cy="991384"/>
            </a:xfrm>
            <a:prstGeom prst="rect">
              <a:avLst/>
            </a:prstGeom>
            <a:ln w="57150">
              <a:solidFill>
                <a:schemeClr val="tx1">
                  <a:lumMod val="50000"/>
                  <a:lumOff val="50000"/>
                </a:schemeClr>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es-AR">
                <a:ln w="57150">
                  <a:solidFill>
                    <a:schemeClr val="tx1">
                      <a:lumMod val="65000"/>
                      <a:lumOff val="35000"/>
                    </a:schemeClr>
                  </a:solidFill>
                </a:ln>
              </a:endParaRPr>
            </a:p>
          </p:txBody>
        </p:sp>
        <p:sp>
          <p:nvSpPr>
            <p:cNvPr id="8" name="6 CuadroTexto">
              <a:extLst>
                <a:ext uri="{FF2B5EF4-FFF2-40B4-BE49-F238E27FC236}">
                  <a16:creationId xmlns:a16="http://schemas.microsoft.com/office/drawing/2014/main" id="{9CD218A5-82AF-C4E9-4724-3B2B80CA41C4}"/>
                </a:ext>
              </a:extLst>
            </p:cNvPr>
            <p:cNvSpPr txBox="1"/>
            <p:nvPr/>
          </p:nvSpPr>
          <p:spPr bwMode="auto">
            <a:xfrm>
              <a:off x="595585" y="1557836"/>
              <a:ext cx="4080200" cy="762100"/>
            </a:xfrm>
            <a:prstGeom prst="rect">
              <a:avLst/>
            </a:prstGeom>
            <a:noFill/>
            <a:ln w="38100">
              <a:solidFill>
                <a:schemeClr val="bg1"/>
              </a:solidFill>
            </a:ln>
          </p:spPr>
          <p:style>
            <a:lnRef idx="1">
              <a:schemeClr val="accent4"/>
            </a:lnRef>
            <a:fillRef idx="2">
              <a:schemeClr val="accent4"/>
            </a:fillRef>
            <a:effectRef idx="1">
              <a:schemeClr val="accent4"/>
            </a:effectRef>
            <a:fontRef idx="minor">
              <a:schemeClr val="dk1"/>
            </a:fontRef>
          </p:style>
          <p:txBody>
            <a:bodyPr>
              <a:spAutoFit/>
            </a:bodyPr>
            <a:lstStyle/>
            <a:p>
              <a:pPr algn="ctr" eaLnBrk="1" hangingPunct="1">
                <a:buClr>
                  <a:srgbClr val="FFCC66"/>
                </a:buClr>
                <a:defRPr/>
              </a:pPr>
              <a:r>
                <a:rPr lang="es-ES_tradnl" sz="3000" dirty="0">
                  <a:latin typeface="Agency FB" panose="020B0503020202020204" pitchFamily="34" charset="0"/>
                </a:rPr>
                <a:t>Cómo busco si existe un valor?</a:t>
              </a: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esquinas diagonales redondeadas 5">
            <a:extLst>
              <a:ext uri="{FF2B5EF4-FFF2-40B4-BE49-F238E27FC236}">
                <a16:creationId xmlns:a16="http://schemas.microsoft.com/office/drawing/2014/main" id="{15BE4039-39F0-7374-99B1-48381DF1EC7C}"/>
              </a:ext>
            </a:extLst>
          </p:cNvPr>
          <p:cNvSpPr/>
          <p:nvPr/>
        </p:nvSpPr>
        <p:spPr>
          <a:xfrm>
            <a:off x="263525" y="260350"/>
            <a:ext cx="11664950" cy="985838"/>
          </a:xfrm>
          <a:prstGeom prst="round2Diag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8" name="CuadroTexto 7">
            <a:extLst>
              <a:ext uri="{FF2B5EF4-FFF2-40B4-BE49-F238E27FC236}">
                <a16:creationId xmlns:a16="http://schemas.microsoft.com/office/drawing/2014/main" id="{9F12E5A1-9917-5993-4643-2E8E7AABFFBA}"/>
              </a:ext>
            </a:extLst>
          </p:cNvPr>
          <p:cNvSpPr txBox="1"/>
          <p:nvPr/>
        </p:nvSpPr>
        <p:spPr>
          <a:xfrm>
            <a:off x="407988" y="328613"/>
            <a:ext cx="9463087" cy="923925"/>
          </a:xfrm>
          <a:prstGeom prst="rect">
            <a:avLst/>
          </a:prstGeom>
          <a:noFill/>
        </p:spPr>
        <p:txBody>
          <a:bodyPr wrap="none">
            <a:spAutoFit/>
          </a:bodyPr>
          <a:lstStyle/>
          <a:p>
            <a:pPr>
              <a:defRPr/>
            </a:pPr>
            <a:r>
              <a:rPr lang="es-ES" sz="5400" b="1" dirty="0" err="1">
                <a:solidFill>
                  <a:schemeClr val="accent4"/>
                </a:solidFill>
                <a:latin typeface="Agency FB" panose="020B0503020202020204" pitchFamily="34" charset="0"/>
              </a:rPr>
              <a:t>Arbol</a:t>
            </a:r>
            <a:r>
              <a:rPr lang="es-ES" sz="5400" b="1" dirty="0">
                <a:solidFill>
                  <a:schemeClr val="accent4"/>
                </a:solidFill>
                <a:latin typeface="Agency FB" panose="020B0503020202020204" pitchFamily="34" charset="0"/>
              </a:rPr>
              <a:t> Binario de Búsqueda - BUSQUEDA</a:t>
            </a:r>
            <a:endParaRPr lang="es-AR" sz="5400" b="1" dirty="0">
              <a:solidFill>
                <a:schemeClr val="accent4"/>
              </a:solidFill>
              <a:latin typeface="Agency FB" panose="020B0503020202020204" pitchFamily="34" charset="0"/>
            </a:endParaRPr>
          </a:p>
        </p:txBody>
      </p:sp>
      <p:sp>
        <p:nvSpPr>
          <p:cNvPr id="48132" name="Google Shape;342;p24">
            <a:extLst>
              <a:ext uri="{FF2B5EF4-FFF2-40B4-BE49-F238E27FC236}">
                <a16:creationId xmlns:a16="http://schemas.microsoft.com/office/drawing/2014/main" id="{F334B5E0-2EA7-B9DD-0D3B-49D9B00416F2}"/>
              </a:ext>
            </a:extLst>
          </p:cNvPr>
          <p:cNvSpPr txBox="1">
            <a:spLocks noChangeArrowheads="1"/>
          </p:cNvSpPr>
          <p:nvPr/>
        </p:nvSpPr>
        <p:spPr bwMode="auto">
          <a:xfrm>
            <a:off x="3792538" y="2282825"/>
            <a:ext cx="8377237" cy="345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25" rIns="92075" bIns="46025"/>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nSpc>
                <a:spcPct val="90000"/>
              </a:lnSpc>
              <a:buClr>
                <a:srgbClr val="000000"/>
              </a:buClr>
              <a:buSzPts val="2200"/>
              <a:buFont typeface="Consolas" panose="020B0609020204030204" pitchFamily="49" charset="0"/>
              <a:buNone/>
            </a:pPr>
            <a:r>
              <a:rPr lang="en-US" altLang="es-AR" sz="2100" b="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Procedure</a:t>
            </a:r>
            <a:r>
              <a:rPr lang="en-US" altLang="es-AR" sz="21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100" b="1">
                <a:solidFill>
                  <a:srgbClr val="FF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existe</a:t>
            </a:r>
            <a:r>
              <a:rPr lang="en-US" altLang="es-AR" sz="21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(a:arbol; num:integer; var ok:boolean);</a:t>
            </a:r>
            <a:endParaRPr lang="es-AR" altLang="es-AR" sz="2100">
              <a:solidFill>
                <a:srgbClr val="000000"/>
              </a:solidFill>
              <a:latin typeface="Consolas" panose="020B0609020204030204" pitchFamily="49" charset="0"/>
              <a:cs typeface="Arial" panose="020B0604020202020204" pitchFamily="34" charset="0"/>
              <a:sym typeface="Arial" panose="020B0604020202020204" pitchFamily="34" charset="0"/>
            </a:endParaRPr>
          </a:p>
          <a:p>
            <a:pPr>
              <a:lnSpc>
                <a:spcPct val="90000"/>
              </a:lnSpc>
              <a:spcBef>
                <a:spcPts val="1000"/>
              </a:spcBef>
              <a:buClr>
                <a:srgbClr val="000000"/>
              </a:buClr>
              <a:buSzPts val="2200"/>
              <a:buFont typeface="Consolas" panose="020B0609020204030204" pitchFamily="49" charset="0"/>
              <a:buNone/>
            </a:pPr>
            <a:r>
              <a:rPr lang="en-US" altLang="es-AR" sz="2100" b="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begin</a:t>
            </a:r>
            <a:endParaRPr lang="es-AR" altLang="es-AR" sz="2100">
              <a:solidFill>
                <a:srgbClr val="000000"/>
              </a:solidFill>
              <a:latin typeface="Consolas" panose="020B0609020204030204" pitchFamily="49" charset="0"/>
              <a:cs typeface="Arial" panose="020B0604020202020204" pitchFamily="34" charset="0"/>
              <a:sym typeface="Arial" panose="020B0604020202020204" pitchFamily="34" charset="0"/>
            </a:endParaRPr>
          </a:p>
          <a:p>
            <a:pPr>
              <a:lnSpc>
                <a:spcPct val="90000"/>
              </a:lnSpc>
              <a:spcBef>
                <a:spcPts val="1000"/>
              </a:spcBef>
              <a:buClr>
                <a:srgbClr val="000000"/>
              </a:buClr>
              <a:buSzPts val="2200"/>
              <a:buFont typeface="Consolas" panose="020B0609020204030204" pitchFamily="49" charset="0"/>
              <a:buNone/>
            </a:pPr>
            <a:r>
              <a:rPr lang="en-US" altLang="es-AR" sz="21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100" b="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if</a:t>
            </a:r>
            <a:r>
              <a:rPr lang="en-US" altLang="es-AR" sz="21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 a&lt;&gt; nil ) </a:t>
            </a:r>
            <a:r>
              <a:rPr lang="en-US" altLang="es-AR" sz="2100" b="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then begin</a:t>
            </a:r>
            <a:endParaRPr lang="es-AR" altLang="es-AR" sz="2100">
              <a:solidFill>
                <a:srgbClr val="000000"/>
              </a:solidFill>
              <a:latin typeface="Consolas" panose="020B0609020204030204" pitchFamily="49" charset="0"/>
              <a:cs typeface="Arial" panose="020B0604020202020204" pitchFamily="34" charset="0"/>
              <a:sym typeface="Arial" panose="020B0604020202020204" pitchFamily="34" charset="0"/>
            </a:endParaRPr>
          </a:p>
          <a:p>
            <a:pPr>
              <a:lnSpc>
                <a:spcPct val="90000"/>
              </a:lnSpc>
              <a:spcBef>
                <a:spcPts val="1000"/>
              </a:spcBef>
              <a:buClr>
                <a:srgbClr val="000000"/>
              </a:buClr>
              <a:buSzPts val="2200"/>
              <a:buFont typeface="Consolas" panose="020B0609020204030204" pitchFamily="49" charset="0"/>
              <a:buNone/>
            </a:pPr>
            <a:r>
              <a:rPr lang="en-US" altLang="es-AR" sz="21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100" b="1">
                <a:solidFill>
                  <a:srgbClr val="FF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existe</a:t>
            </a:r>
            <a:r>
              <a:rPr lang="en-US" altLang="es-AR" sz="21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(a^.HI,num,ok);</a:t>
            </a:r>
            <a:endParaRPr lang="es-AR" altLang="es-AR" sz="2100">
              <a:solidFill>
                <a:srgbClr val="000000"/>
              </a:solidFill>
              <a:latin typeface="Consolas" panose="020B0609020204030204" pitchFamily="49" charset="0"/>
              <a:cs typeface="Arial" panose="020B0604020202020204" pitchFamily="34" charset="0"/>
              <a:sym typeface="Arial" panose="020B0604020202020204" pitchFamily="34" charset="0"/>
            </a:endParaRPr>
          </a:p>
          <a:p>
            <a:pPr>
              <a:lnSpc>
                <a:spcPct val="90000"/>
              </a:lnSpc>
              <a:spcBef>
                <a:spcPts val="1000"/>
              </a:spcBef>
              <a:buClr>
                <a:srgbClr val="000000"/>
              </a:buClr>
              <a:buSzPts val="2200"/>
              <a:buFont typeface="Consolas" panose="020B0609020204030204" pitchFamily="49" charset="0"/>
              <a:buNone/>
            </a:pPr>
            <a:r>
              <a:rPr lang="en-US" altLang="es-AR" sz="21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if (a^.dato = num)then ok:= true;</a:t>
            </a:r>
            <a:endParaRPr lang="es-AR" altLang="es-AR" sz="2100">
              <a:solidFill>
                <a:srgbClr val="000000"/>
              </a:solidFill>
              <a:latin typeface="Consolas" panose="020B0609020204030204" pitchFamily="49" charset="0"/>
              <a:cs typeface="Arial" panose="020B0604020202020204" pitchFamily="34" charset="0"/>
              <a:sym typeface="Arial" panose="020B0604020202020204" pitchFamily="34" charset="0"/>
            </a:endParaRPr>
          </a:p>
          <a:p>
            <a:pPr>
              <a:lnSpc>
                <a:spcPct val="90000"/>
              </a:lnSpc>
              <a:spcBef>
                <a:spcPts val="1000"/>
              </a:spcBef>
              <a:buClr>
                <a:srgbClr val="000000"/>
              </a:buClr>
              <a:buSzPts val="2200"/>
              <a:buFont typeface="Consolas" panose="020B0609020204030204" pitchFamily="49" charset="0"/>
              <a:buNone/>
            </a:pPr>
            <a:r>
              <a:rPr lang="en-US" altLang="es-AR" sz="21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100" b="1">
                <a:solidFill>
                  <a:srgbClr val="FF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existe</a:t>
            </a:r>
            <a:r>
              <a:rPr lang="en-US" altLang="es-AR" sz="21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(a^.HD, num,ok);</a:t>
            </a:r>
            <a:endParaRPr lang="es-AR" altLang="es-AR" sz="2100">
              <a:solidFill>
                <a:srgbClr val="000000"/>
              </a:solidFill>
              <a:latin typeface="Consolas" panose="020B0609020204030204" pitchFamily="49" charset="0"/>
              <a:cs typeface="Arial" panose="020B0604020202020204" pitchFamily="34" charset="0"/>
              <a:sym typeface="Arial" panose="020B0604020202020204" pitchFamily="34" charset="0"/>
            </a:endParaRPr>
          </a:p>
          <a:p>
            <a:pPr>
              <a:lnSpc>
                <a:spcPct val="90000"/>
              </a:lnSpc>
              <a:spcBef>
                <a:spcPts val="1000"/>
              </a:spcBef>
              <a:buClr>
                <a:srgbClr val="000000"/>
              </a:buClr>
              <a:buSzPts val="2200"/>
              <a:buFont typeface="Consolas" panose="020B0609020204030204" pitchFamily="49" charset="0"/>
              <a:buNone/>
            </a:pPr>
            <a:r>
              <a:rPr lang="en-US" altLang="es-AR" sz="21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100" b="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end;</a:t>
            </a:r>
            <a:endParaRPr lang="es-AR" altLang="es-AR" sz="2100">
              <a:solidFill>
                <a:srgbClr val="000000"/>
              </a:solidFill>
              <a:latin typeface="Consolas" panose="020B0609020204030204" pitchFamily="49" charset="0"/>
              <a:cs typeface="Arial" panose="020B0604020202020204" pitchFamily="34" charset="0"/>
              <a:sym typeface="Arial" panose="020B0604020202020204" pitchFamily="34" charset="0"/>
            </a:endParaRPr>
          </a:p>
          <a:p>
            <a:pPr>
              <a:lnSpc>
                <a:spcPct val="90000"/>
              </a:lnSpc>
              <a:spcBef>
                <a:spcPts val="1000"/>
              </a:spcBef>
              <a:buClr>
                <a:srgbClr val="000000"/>
              </a:buClr>
              <a:buSzPts val="2200"/>
              <a:buFont typeface="Consolas" panose="020B0609020204030204" pitchFamily="49" charset="0"/>
              <a:buNone/>
            </a:pPr>
            <a:r>
              <a:rPr lang="en-US" altLang="es-AR" sz="2100" b="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end;</a:t>
            </a:r>
            <a:endParaRPr lang="es-AR" altLang="es-AR" sz="2100">
              <a:solidFill>
                <a:srgbClr val="000000"/>
              </a:solidFill>
              <a:latin typeface="Consolas" panose="020B0609020204030204" pitchFamily="49" charset="0"/>
              <a:cs typeface="Arial" panose="020B0604020202020204" pitchFamily="34" charset="0"/>
              <a:sym typeface="Arial" panose="020B0604020202020204" pitchFamily="34" charset="0"/>
            </a:endParaRPr>
          </a:p>
        </p:txBody>
      </p:sp>
      <p:sp>
        <p:nvSpPr>
          <p:cNvPr id="22533" name="Google Shape;123;p18">
            <a:extLst>
              <a:ext uri="{FF2B5EF4-FFF2-40B4-BE49-F238E27FC236}">
                <a16:creationId xmlns:a16="http://schemas.microsoft.com/office/drawing/2014/main" id="{03C71B1B-C832-C1E2-78BE-13BD39A323A0}"/>
              </a:ext>
            </a:extLst>
          </p:cNvPr>
          <p:cNvSpPr txBox="1">
            <a:spLocks noChangeArrowheads="1"/>
          </p:cNvSpPr>
          <p:nvPr/>
        </p:nvSpPr>
        <p:spPr bwMode="auto">
          <a:xfrm>
            <a:off x="119063" y="1347788"/>
            <a:ext cx="3978275" cy="532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200"/>
              <a:buFont typeface="Consolas" panose="020B0609020204030204" pitchFamily="49" charset="0"/>
              <a:buNone/>
            </a:pPr>
            <a:r>
              <a:rPr lang="en-US" altLang="es-AR" sz="20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Programa arboles;</a:t>
            </a:r>
            <a:endParaRPr lang="es-AR" altLang="es-AR" sz="20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Consolas" panose="020B0609020204030204" pitchFamily="49" charset="0"/>
              <a:buNone/>
            </a:pPr>
            <a:r>
              <a:rPr lang="en-US" altLang="es-AR" sz="20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Type</a:t>
            </a:r>
            <a:endParaRPr lang="es-AR" altLang="es-AR" sz="20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Consolas" panose="020B0609020204030204" pitchFamily="49" charset="0"/>
              <a:buNone/>
            </a:pPr>
            <a:r>
              <a:rPr lang="en-US" altLang="es-AR" sz="20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arbol = ^nodo;</a:t>
            </a:r>
            <a:endParaRPr lang="es-AR" altLang="es-AR" sz="20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Tahoma" panose="020B0604030504040204" pitchFamily="34" charset="0"/>
              <a:buNone/>
            </a:pPr>
            <a:r>
              <a:rPr lang="en-US" altLang="es-AR" sz="20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nodo = record</a:t>
            </a:r>
            <a:endParaRPr lang="es-AR" altLang="es-AR" sz="20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Consolas" panose="020B0609020204030204" pitchFamily="49" charset="0"/>
              <a:buNone/>
            </a:pPr>
            <a:r>
              <a:rPr lang="en-US" altLang="es-AR" sz="20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dato: integer;</a:t>
            </a:r>
            <a:endParaRPr lang="es-AR" altLang="es-AR" sz="20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Consolas" panose="020B0609020204030204" pitchFamily="49" charset="0"/>
              <a:buNone/>
            </a:pPr>
            <a:r>
              <a:rPr lang="en-US" altLang="es-AR" sz="20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HI: arbol;</a:t>
            </a:r>
            <a:endParaRPr lang="es-AR" altLang="es-AR" sz="20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Consolas" panose="020B0609020204030204" pitchFamily="49" charset="0"/>
              <a:buNone/>
            </a:pPr>
            <a:r>
              <a:rPr lang="en-US" altLang="es-AR" sz="20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HD: arbol;</a:t>
            </a:r>
            <a:endParaRPr lang="es-AR" altLang="es-AR" sz="20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Consolas" panose="020B0609020204030204" pitchFamily="49" charset="0"/>
              <a:buNone/>
            </a:pPr>
            <a:r>
              <a:rPr lang="en-US" altLang="es-AR" sz="20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end;</a:t>
            </a:r>
            <a:endParaRPr lang="es-AR" altLang="es-AR" sz="2000">
              <a:solidFill>
                <a:srgbClr val="000000"/>
              </a:solidFill>
              <a:latin typeface="Consolas" panose="020B0609020204030204" pitchFamily="49" charset="0"/>
              <a:cs typeface="Arial" panose="020B0604020202020204" pitchFamily="34" charset="0"/>
              <a:sym typeface="Arial" panose="020B0604020202020204" pitchFamily="34" charset="0"/>
            </a:endParaRPr>
          </a:p>
          <a:p>
            <a:pPr algn="just">
              <a:buClr>
                <a:srgbClr val="000000"/>
              </a:buClr>
              <a:buSzPts val="2200"/>
              <a:buFont typeface="Consolas" panose="020B0609020204030204" pitchFamily="49" charset="0"/>
              <a:buNone/>
            </a:pPr>
            <a:r>
              <a:rPr lang="en-US" altLang="es-AR" sz="20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Var</a:t>
            </a:r>
            <a:endParaRPr lang="es-AR" altLang="es-AR" sz="2000">
              <a:solidFill>
                <a:srgbClr val="000000"/>
              </a:solidFill>
              <a:latin typeface="Consolas" panose="020B0609020204030204" pitchFamily="49" charset="0"/>
              <a:cs typeface="Arial" panose="020B0604020202020204" pitchFamily="34" charset="0"/>
              <a:sym typeface="Arial" panose="020B0604020202020204" pitchFamily="34" charset="0"/>
            </a:endParaRPr>
          </a:p>
          <a:p>
            <a:pPr algn="just">
              <a:buClr>
                <a:srgbClr val="000000"/>
              </a:buClr>
              <a:buSzPts val="2200"/>
              <a:buFont typeface="Consolas" panose="020B0609020204030204" pitchFamily="49" charset="0"/>
              <a:buNone/>
            </a:pPr>
            <a:r>
              <a:rPr lang="en-US" altLang="es-AR" sz="20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000" b="1">
                <a:solidFill>
                  <a:srgbClr val="FFC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a:arbol; num:integer; </a:t>
            </a:r>
          </a:p>
          <a:p>
            <a:pPr algn="just">
              <a:buClr>
                <a:srgbClr val="000000"/>
              </a:buClr>
              <a:buSzPts val="2200"/>
              <a:buFont typeface="Consolas" panose="020B0609020204030204" pitchFamily="49" charset="0"/>
              <a:buNone/>
            </a:pPr>
            <a:r>
              <a:rPr lang="en-US" altLang="es-AR" sz="2000" b="1">
                <a:solidFill>
                  <a:srgbClr val="FFC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ok: boolean;</a:t>
            </a:r>
            <a:endParaRPr lang="es-AR" altLang="es-AR" sz="2000">
              <a:solidFill>
                <a:srgbClr val="000000"/>
              </a:solidFill>
              <a:latin typeface="Consolas" panose="020B0609020204030204" pitchFamily="49" charset="0"/>
              <a:cs typeface="Arial" panose="020B0604020202020204" pitchFamily="34" charset="0"/>
              <a:sym typeface="Arial" panose="020B0604020202020204" pitchFamily="34" charset="0"/>
            </a:endParaRPr>
          </a:p>
          <a:p>
            <a:pPr algn="just">
              <a:buClr>
                <a:srgbClr val="000000"/>
              </a:buClr>
              <a:buSzPts val="2200"/>
              <a:buFont typeface="Consolas" panose="020B0609020204030204" pitchFamily="49" charset="0"/>
              <a:buNone/>
            </a:pPr>
            <a:r>
              <a:rPr lang="en-US" altLang="es-AR" sz="20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Begin</a:t>
            </a:r>
            <a:endParaRPr lang="es-AR" altLang="es-AR" sz="2000">
              <a:solidFill>
                <a:srgbClr val="000000"/>
              </a:solidFill>
              <a:latin typeface="Consolas" panose="020B0609020204030204" pitchFamily="49" charset="0"/>
              <a:cs typeface="Arial" panose="020B0604020202020204" pitchFamily="34" charset="0"/>
              <a:sym typeface="Arial" panose="020B0604020202020204" pitchFamily="34" charset="0"/>
            </a:endParaRPr>
          </a:p>
          <a:p>
            <a:pPr algn="just">
              <a:buClr>
                <a:srgbClr val="000000"/>
              </a:buClr>
              <a:buSzPts val="2200"/>
              <a:buFont typeface="Consolas" panose="020B0609020204030204" pitchFamily="49" charset="0"/>
              <a:buNone/>
            </a:pPr>
            <a:r>
              <a:rPr lang="en-US" altLang="es-AR" sz="20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s-ES" altLang="es-AR" sz="20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cargar(a);</a:t>
            </a:r>
          </a:p>
          <a:p>
            <a:pPr algn="just">
              <a:buClr>
                <a:srgbClr val="000000"/>
              </a:buClr>
              <a:buSzPts val="2200"/>
              <a:buFont typeface="Consolas" panose="020B0609020204030204" pitchFamily="49" charset="0"/>
              <a:buNone/>
            </a:pPr>
            <a:r>
              <a:rPr lang="es-ES" altLang="es-AR" sz="2000">
                <a:solidFill>
                  <a:srgbClr val="000000"/>
                </a:solidFill>
                <a:latin typeface="Consolas" panose="020B0609020204030204" pitchFamily="49" charset="0"/>
                <a:cs typeface="Arial" panose="020B0604020202020204" pitchFamily="34" charset="0"/>
                <a:sym typeface="Consolas" panose="020B0609020204030204" pitchFamily="49" charset="0"/>
              </a:rPr>
              <a:t> read(num);</a:t>
            </a:r>
          </a:p>
          <a:p>
            <a:pPr algn="just">
              <a:buClr>
                <a:srgbClr val="000000"/>
              </a:buClr>
              <a:buSzPts val="2200"/>
              <a:buFont typeface="Consolas" panose="020B0609020204030204" pitchFamily="49" charset="0"/>
              <a:buNone/>
            </a:pPr>
            <a:r>
              <a:rPr lang="es-ES" altLang="es-AR" sz="2000">
                <a:solidFill>
                  <a:srgbClr val="000000"/>
                </a:solidFill>
                <a:latin typeface="Consolas" panose="020B0609020204030204" pitchFamily="49" charset="0"/>
                <a:cs typeface="Arial" panose="020B0604020202020204" pitchFamily="34" charset="0"/>
                <a:sym typeface="Consolas" panose="020B0609020204030204" pitchFamily="49" charset="0"/>
              </a:rPr>
              <a:t> ok:= false; </a:t>
            </a:r>
          </a:p>
          <a:p>
            <a:pPr algn="just">
              <a:buClr>
                <a:srgbClr val="000000"/>
              </a:buClr>
              <a:buSzPts val="2200"/>
              <a:buFont typeface="Consolas" panose="020B0609020204030204" pitchFamily="49" charset="0"/>
              <a:buNone/>
            </a:pPr>
            <a:r>
              <a:rPr lang="es-ES" altLang="es-AR" sz="2000">
                <a:solidFill>
                  <a:srgbClr val="000000"/>
                </a:solidFill>
                <a:latin typeface="Consolas" panose="020B0609020204030204" pitchFamily="49" charset="0"/>
                <a:cs typeface="Arial" panose="020B0604020202020204" pitchFamily="34" charset="0"/>
                <a:sym typeface="Consolas" panose="020B0609020204030204" pitchFamily="49" charset="0"/>
              </a:rPr>
              <a:t> existe (a,num,ok);</a:t>
            </a:r>
            <a:endParaRPr lang="es-AR" altLang="es-AR" sz="2000">
              <a:solidFill>
                <a:srgbClr val="000000"/>
              </a:solidFill>
              <a:latin typeface="Consolas" panose="020B0609020204030204" pitchFamily="49" charset="0"/>
              <a:cs typeface="Arial" panose="020B0604020202020204" pitchFamily="34" charset="0"/>
              <a:sym typeface="Arial" panose="020B0604020202020204" pitchFamily="34" charset="0"/>
            </a:endParaRPr>
          </a:p>
          <a:p>
            <a:pPr algn="just">
              <a:buClr>
                <a:srgbClr val="000000"/>
              </a:buClr>
              <a:buSzPts val="2200"/>
              <a:buFont typeface="Consolas" panose="020B0609020204030204" pitchFamily="49" charset="0"/>
              <a:buNone/>
            </a:pPr>
            <a:r>
              <a:rPr lang="en-US" altLang="es-AR" sz="20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End.</a:t>
            </a:r>
            <a:endParaRPr lang="es-AR" altLang="es-AR" sz="2000">
              <a:solidFill>
                <a:srgbClr val="000000"/>
              </a:solidFill>
              <a:latin typeface="Consolas" panose="020B0609020204030204" pitchFamily="49" charset="0"/>
              <a:cs typeface="Arial" panose="020B0604020202020204" pitchFamily="34" charset="0"/>
              <a:sym typeface="Arial" panose="020B0604020202020204" pitchFamily="34" charset="0"/>
            </a:endParaRPr>
          </a:p>
        </p:txBody>
      </p:sp>
      <p:cxnSp>
        <p:nvCxnSpPr>
          <p:cNvPr id="5" name="Conector recto 4">
            <a:extLst>
              <a:ext uri="{FF2B5EF4-FFF2-40B4-BE49-F238E27FC236}">
                <a16:creationId xmlns:a16="http://schemas.microsoft.com/office/drawing/2014/main" id="{D881CB87-7E9D-F5E4-7738-752F27849802}"/>
              </a:ext>
            </a:extLst>
          </p:cNvPr>
          <p:cNvCxnSpPr/>
          <p:nvPr/>
        </p:nvCxnSpPr>
        <p:spPr>
          <a:xfrm>
            <a:off x="3673475" y="1700213"/>
            <a:ext cx="0" cy="4824412"/>
          </a:xfrm>
          <a:prstGeom prst="line">
            <a:avLst/>
          </a:prstGeom>
          <a:ln w="57150">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9" name="6 CuadroTexto">
            <a:extLst>
              <a:ext uri="{FF2B5EF4-FFF2-40B4-BE49-F238E27FC236}">
                <a16:creationId xmlns:a16="http://schemas.microsoft.com/office/drawing/2014/main" id="{E4A9A331-71C0-118D-F03B-E02388A84E44}"/>
              </a:ext>
            </a:extLst>
          </p:cNvPr>
          <p:cNvSpPr txBox="1"/>
          <p:nvPr/>
        </p:nvSpPr>
        <p:spPr bwMode="auto">
          <a:xfrm>
            <a:off x="5664200" y="5373688"/>
            <a:ext cx="5499100" cy="1200150"/>
          </a:xfrm>
          <a:prstGeom prst="rect">
            <a:avLst/>
          </a:prstGeom>
          <a:noFill/>
          <a:ln w="38100">
            <a:solidFill>
              <a:schemeClr val="bg1"/>
            </a:solidFill>
          </a:ln>
        </p:spPr>
        <p:style>
          <a:lnRef idx="1">
            <a:schemeClr val="accent4"/>
          </a:lnRef>
          <a:fillRef idx="2">
            <a:schemeClr val="accent4"/>
          </a:fillRef>
          <a:effectRef idx="1">
            <a:schemeClr val="accent4"/>
          </a:effectRef>
          <a:fontRef idx="minor">
            <a:schemeClr val="dk1"/>
          </a:fontRef>
        </p:style>
        <p:txBody>
          <a:bodyPr>
            <a:spAutoFit/>
          </a:bodyPr>
          <a:lstStyle/>
          <a:p>
            <a:pPr algn="ctr" eaLnBrk="1" hangingPunct="1">
              <a:buClr>
                <a:srgbClr val="FFCC66"/>
              </a:buClr>
              <a:defRPr/>
            </a:pPr>
            <a:r>
              <a:rPr lang="es-ES_tradnl" sz="3600" dirty="0">
                <a:latin typeface="Agency FB" panose="020B0503020202020204" pitchFamily="34" charset="0"/>
              </a:rPr>
              <a:t>Cuál es el problema de esta solución?</a:t>
            </a:r>
          </a:p>
        </p:txBody>
      </p:sp>
      <p:sp>
        <p:nvSpPr>
          <p:cNvPr id="10" name="Signo de multiplicación 9">
            <a:extLst>
              <a:ext uri="{FF2B5EF4-FFF2-40B4-BE49-F238E27FC236}">
                <a16:creationId xmlns:a16="http://schemas.microsoft.com/office/drawing/2014/main" id="{FC00586E-9E52-AB26-87E6-B1B4FF0482E7}"/>
              </a:ext>
            </a:extLst>
          </p:cNvPr>
          <p:cNvSpPr/>
          <p:nvPr/>
        </p:nvSpPr>
        <p:spPr>
          <a:xfrm>
            <a:off x="9551988" y="3019425"/>
            <a:ext cx="2089150" cy="1676400"/>
          </a:xfrm>
          <a:prstGeom prst="mathMultiply">
            <a:avLst/>
          </a:prstGeom>
          <a:solidFill>
            <a:srgbClr val="FF0000"/>
          </a:solidFill>
          <a:ln w="571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8132"/>
                                        </p:tgtEl>
                                        <p:attrNameLst>
                                          <p:attrName>style.visibility</p:attrName>
                                        </p:attrNameLst>
                                      </p:cBhvr>
                                      <p:to>
                                        <p:strVal val="visible"/>
                                      </p:to>
                                    </p:set>
                                    <p:animEffect transition="in" filter="wipe(up)">
                                      <p:cBhvr>
                                        <p:cTn id="7" dur="1750"/>
                                        <p:tgtEl>
                                          <p:spTgt spid="481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2" grpId="0"/>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esquinas diagonales redondeadas 5">
            <a:extLst>
              <a:ext uri="{FF2B5EF4-FFF2-40B4-BE49-F238E27FC236}">
                <a16:creationId xmlns:a16="http://schemas.microsoft.com/office/drawing/2014/main" id="{B6628EA3-DA72-7B44-6093-5723E8481629}"/>
              </a:ext>
            </a:extLst>
          </p:cNvPr>
          <p:cNvSpPr/>
          <p:nvPr/>
        </p:nvSpPr>
        <p:spPr>
          <a:xfrm>
            <a:off x="263525" y="260350"/>
            <a:ext cx="11664950" cy="985838"/>
          </a:xfrm>
          <a:prstGeom prst="round2Diag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8" name="CuadroTexto 7">
            <a:extLst>
              <a:ext uri="{FF2B5EF4-FFF2-40B4-BE49-F238E27FC236}">
                <a16:creationId xmlns:a16="http://schemas.microsoft.com/office/drawing/2014/main" id="{D64EFE5B-27DC-5EAE-2FC6-8E4A08D5C61F}"/>
              </a:ext>
            </a:extLst>
          </p:cNvPr>
          <p:cNvSpPr txBox="1"/>
          <p:nvPr/>
        </p:nvSpPr>
        <p:spPr>
          <a:xfrm>
            <a:off x="407988" y="328613"/>
            <a:ext cx="9463087" cy="923925"/>
          </a:xfrm>
          <a:prstGeom prst="rect">
            <a:avLst/>
          </a:prstGeom>
          <a:noFill/>
        </p:spPr>
        <p:txBody>
          <a:bodyPr wrap="none">
            <a:spAutoFit/>
          </a:bodyPr>
          <a:lstStyle/>
          <a:p>
            <a:pPr>
              <a:defRPr/>
            </a:pPr>
            <a:r>
              <a:rPr lang="es-ES" sz="5400" b="1" dirty="0" err="1">
                <a:solidFill>
                  <a:schemeClr val="accent4"/>
                </a:solidFill>
                <a:latin typeface="Agency FB" panose="020B0503020202020204" pitchFamily="34" charset="0"/>
              </a:rPr>
              <a:t>Arbol</a:t>
            </a:r>
            <a:r>
              <a:rPr lang="es-ES" sz="5400" b="1" dirty="0">
                <a:solidFill>
                  <a:schemeClr val="accent4"/>
                </a:solidFill>
                <a:latin typeface="Agency FB" panose="020B0503020202020204" pitchFamily="34" charset="0"/>
              </a:rPr>
              <a:t> Binario de Búsqueda - BUSQUEDA</a:t>
            </a:r>
            <a:endParaRPr lang="es-AR" sz="5400" b="1" dirty="0">
              <a:solidFill>
                <a:schemeClr val="accent4"/>
              </a:solidFill>
              <a:latin typeface="Agency FB" panose="020B0503020202020204" pitchFamily="34" charset="0"/>
            </a:endParaRPr>
          </a:p>
        </p:txBody>
      </p:sp>
      <p:sp>
        <p:nvSpPr>
          <p:cNvPr id="24580" name="Google Shape;342;p24">
            <a:extLst>
              <a:ext uri="{FF2B5EF4-FFF2-40B4-BE49-F238E27FC236}">
                <a16:creationId xmlns:a16="http://schemas.microsoft.com/office/drawing/2014/main" id="{EACE8D8C-9D70-AD8B-531B-21F9512E9926}"/>
              </a:ext>
            </a:extLst>
          </p:cNvPr>
          <p:cNvSpPr txBox="1">
            <a:spLocks noChangeArrowheads="1"/>
          </p:cNvSpPr>
          <p:nvPr/>
        </p:nvSpPr>
        <p:spPr bwMode="auto">
          <a:xfrm>
            <a:off x="282575" y="1703388"/>
            <a:ext cx="8137525" cy="424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25" rIns="92075" bIns="46025"/>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nSpc>
                <a:spcPct val="90000"/>
              </a:lnSpc>
              <a:buClr>
                <a:srgbClr val="000000"/>
              </a:buClr>
              <a:buSzPts val="2200"/>
              <a:buFont typeface="Consolas" panose="020B0609020204030204" pitchFamily="49" charset="0"/>
              <a:buNone/>
            </a:pPr>
            <a:r>
              <a:rPr lang="en-US" altLang="es-AR" sz="20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Procedure </a:t>
            </a:r>
            <a:r>
              <a:rPr lang="en-US" altLang="es-AR" sz="2000" b="1" dirty="0" err="1">
                <a:solidFill>
                  <a:srgbClr val="FF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existe</a:t>
            </a:r>
            <a:r>
              <a:rPr lang="en-US" altLang="es-AR" sz="20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0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a:arbol</a:t>
            </a:r>
            <a:r>
              <a:rPr lang="en-US" altLang="es-AR" sz="20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0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num:integer</a:t>
            </a:r>
            <a:r>
              <a:rPr lang="en-US" altLang="es-AR" sz="20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var </a:t>
            </a:r>
            <a:r>
              <a:rPr lang="en-US" altLang="es-AR" sz="20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ok:boolean</a:t>
            </a:r>
            <a:r>
              <a:rPr lang="en-US" altLang="es-AR" sz="20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endParaRPr lang="es-AR" altLang="es-AR" sz="2000" dirty="0">
              <a:solidFill>
                <a:srgbClr val="000000"/>
              </a:solidFill>
              <a:latin typeface="Consolas" panose="020B0609020204030204" pitchFamily="49" charset="0"/>
              <a:cs typeface="Arial" panose="020B0604020202020204" pitchFamily="34" charset="0"/>
              <a:sym typeface="Arial" panose="020B0604020202020204" pitchFamily="34" charset="0"/>
            </a:endParaRPr>
          </a:p>
          <a:p>
            <a:pPr>
              <a:lnSpc>
                <a:spcPct val="90000"/>
              </a:lnSpc>
              <a:spcBef>
                <a:spcPts val="1000"/>
              </a:spcBef>
              <a:buClr>
                <a:srgbClr val="000000"/>
              </a:buClr>
              <a:buSzPts val="2200"/>
              <a:buFont typeface="Consolas" panose="020B0609020204030204" pitchFamily="49" charset="0"/>
              <a:buNone/>
            </a:pPr>
            <a:r>
              <a:rPr lang="en-US" altLang="es-AR" sz="20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begin</a:t>
            </a:r>
          </a:p>
          <a:p>
            <a:pPr>
              <a:lnSpc>
                <a:spcPct val="90000"/>
              </a:lnSpc>
              <a:spcBef>
                <a:spcPts val="1000"/>
              </a:spcBef>
              <a:buClr>
                <a:srgbClr val="000000"/>
              </a:buClr>
              <a:buSzPts val="2200"/>
              <a:buFont typeface="Consolas" panose="020B0609020204030204" pitchFamily="49" charset="0"/>
              <a:buNone/>
            </a:pPr>
            <a:r>
              <a:rPr lang="en-US" altLang="es-AR" sz="20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if </a:t>
            </a:r>
            <a:r>
              <a:rPr lang="en-US" altLang="es-AR" sz="20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(a=nil)</a:t>
            </a:r>
            <a:r>
              <a:rPr lang="en-US" altLang="es-AR" sz="20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then </a:t>
            </a:r>
            <a:r>
              <a:rPr lang="en-US" altLang="es-AR" sz="20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ok:= false</a:t>
            </a:r>
          </a:p>
          <a:p>
            <a:pPr>
              <a:lnSpc>
                <a:spcPct val="90000"/>
              </a:lnSpc>
              <a:spcBef>
                <a:spcPts val="1000"/>
              </a:spcBef>
              <a:buClr>
                <a:srgbClr val="000000"/>
              </a:buClr>
              <a:buSzPts val="2200"/>
              <a:buFont typeface="Consolas" panose="020B0609020204030204" pitchFamily="49" charset="0"/>
              <a:buNone/>
            </a:pPr>
            <a:r>
              <a:rPr lang="en-US" altLang="es-AR" sz="20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else </a:t>
            </a:r>
          </a:p>
          <a:p>
            <a:pPr>
              <a:lnSpc>
                <a:spcPct val="90000"/>
              </a:lnSpc>
              <a:spcBef>
                <a:spcPts val="1000"/>
              </a:spcBef>
              <a:buClr>
                <a:srgbClr val="000000"/>
              </a:buClr>
              <a:buSzPts val="2200"/>
              <a:buFont typeface="Consolas" panose="020B0609020204030204" pitchFamily="49" charset="0"/>
              <a:buNone/>
            </a:pPr>
            <a:r>
              <a:rPr lang="en-US" altLang="es-AR" sz="20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if </a:t>
            </a:r>
            <a:r>
              <a:rPr lang="en-US" altLang="es-AR" sz="20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(num = a^.</a:t>
            </a:r>
            <a:r>
              <a:rPr lang="en-US" altLang="es-AR" sz="2000" b="1"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dato</a:t>
            </a:r>
            <a:r>
              <a:rPr lang="en-US" altLang="es-AR" sz="20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r>
              <a:rPr lang="en-US" altLang="es-AR" sz="20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then </a:t>
            </a:r>
            <a:r>
              <a:rPr lang="en-US" altLang="es-AR" sz="20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ok:=true</a:t>
            </a:r>
          </a:p>
          <a:p>
            <a:pPr>
              <a:lnSpc>
                <a:spcPct val="90000"/>
              </a:lnSpc>
              <a:spcBef>
                <a:spcPts val="1000"/>
              </a:spcBef>
              <a:buClr>
                <a:srgbClr val="000000"/>
              </a:buClr>
              <a:buSzPts val="2200"/>
              <a:buFont typeface="Consolas" panose="020B0609020204030204" pitchFamily="49" charset="0"/>
              <a:buNone/>
            </a:pPr>
            <a:r>
              <a:rPr lang="en-US" altLang="es-AR" sz="20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else </a:t>
            </a:r>
          </a:p>
          <a:p>
            <a:pPr>
              <a:lnSpc>
                <a:spcPct val="90000"/>
              </a:lnSpc>
              <a:spcBef>
                <a:spcPts val="1000"/>
              </a:spcBef>
              <a:buClr>
                <a:srgbClr val="000000"/>
              </a:buClr>
              <a:buSzPts val="2200"/>
              <a:buFont typeface="Consolas" panose="020B0609020204030204" pitchFamily="49" charset="0"/>
              <a:buNone/>
            </a:pPr>
            <a:r>
              <a:rPr lang="en-US" altLang="es-AR" sz="20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if </a:t>
            </a:r>
            <a:r>
              <a:rPr lang="en-US" altLang="es-AR" sz="20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(num &lt; a^.</a:t>
            </a:r>
            <a:r>
              <a:rPr lang="en-US" altLang="es-AR" sz="2000" b="1"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dato</a:t>
            </a:r>
            <a:r>
              <a:rPr lang="en-US" altLang="es-AR" sz="20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r>
              <a:rPr lang="en-US" altLang="es-AR" sz="20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then </a:t>
            </a:r>
            <a:r>
              <a:rPr lang="en-US" altLang="es-AR" sz="2000" b="1" dirty="0" err="1">
                <a:solidFill>
                  <a:srgbClr val="FF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existe</a:t>
            </a:r>
            <a:r>
              <a:rPr lang="en-US" altLang="es-AR" sz="20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000" b="1"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a^.hi</a:t>
            </a:r>
            <a:r>
              <a:rPr lang="en-US" altLang="es-AR" sz="20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000" b="1"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num,ok</a:t>
            </a:r>
            <a:r>
              <a:rPr lang="en-US" altLang="es-AR" sz="20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p>
          <a:p>
            <a:pPr>
              <a:lnSpc>
                <a:spcPct val="90000"/>
              </a:lnSpc>
              <a:spcBef>
                <a:spcPts val="1000"/>
              </a:spcBef>
              <a:buClr>
                <a:srgbClr val="000000"/>
              </a:buClr>
              <a:buSzPts val="2200"/>
              <a:buFont typeface="Consolas" panose="020B0609020204030204" pitchFamily="49" charset="0"/>
              <a:buNone/>
            </a:pPr>
            <a:r>
              <a:rPr lang="en-US" altLang="es-AR" sz="20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else  </a:t>
            </a:r>
          </a:p>
          <a:p>
            <a:pPr>
              <a:lnSpc>
                <a:spcPct val="90000"/>
              </a:lnSpc>
              <a:spcBef>
                <a:spcPts val="1000"/>
              </a:spcBef>
              <a:buClr>
                <a:srgbClr val="000000"/>
              </a:buClr>
              <a:buSzPts val="2200"/>
              <a:buFont typeface="Consolas" panose="020B0609020204030204" pitchFamily="49" charset="0"/>
              <a:buNone/>
            </a:pPr>
            <a:r>
              <a:rPr lang="en-US" altLang="es-AR" sz="20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000" b="1" dirty="0" err="1">
                <a:solidFill>
                  <a:srgbClr val="FF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existe</a:t>
            </a:r>
            <a:r>
              <a:rPr lang="en-US" altLang="es-AR" sz="20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a:t>
            </a:r>
            <a:r>
              <a:rPr lang="en-US" altLang="es-AR" sz="2000" b="1"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hd</a:t>
            </a:r>
            <a:r>
              <a:rPr lang="en-US" altLang="es-AR" sz="20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000" b="1"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num,ok</a:t>
            </a:r>
            <a:r>
              <a:rPr lang="en-US" altLang="es-AR" sz="20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p>
          <a:p>
            <a:pPr>
              <a:lnSpc>
                <a:spcPct val="90000"/>
              </a:lnSpc>
              <a:spcBef>
                <a:spcPts val="1000"/>
              </a:spcBef>
              <a:buClr>
                <a:srgbClr val="000000"/>
              </a:buClr>
              <a:buSzPts val="2200"/>
              <a:buFont typeface="Consolas" panose="020B0609020204030204" pitchFamily="49" charset="0"/>
              <a:buNone/>
            </a:pPr>
            <a:r>
              <a:rPr lang="en-US" altLang="es-AR" sz="20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end;</a:t>
            </a:r>
          </a:p>
        </p:txBody>
      </p:sp>
      <p:sp>
        <p:nvSpPr>
          <p:cNvPr id="9" name="6 CuadroTexto">
            <a:extLst>
              <a:ext uri="{FF2B5EF4-FFF2-40B4-BE49-F238E27FC236}">
                <a16:creationId xmlns:a16="http://schemas.microsoft.com/office/drawing/2014/main" id="{EFF8F5F6-355F-DBFE-93DC-1F16C16EC1DE}"/>
              </a:ext>
            </a:extLst>
          </p:cNvPr>
          <p:cNvSpPr txBox="1"/>
          <p:nvPr/>
        </p:nvSpPr>
        <p:spPr bwMode="auto">
          <a:xfrm>
            <a:off x="1199456" y="5287962"/>
            <a:ext cx="5499100" cy="1323975"/>
          </a:xfrm>
          <a:prstGeom prst="rect">
            <a:avLst/>
          </a:prstGeom>
          <a:noFill/>
          <a:ln w="38100">
            <a:solidFill>
              <a:schemeClr val="bg1"/>
            </a:solidFill>
          </a:ln>
        </p:spPr>
        <p:style>
          <a:lnRef idx="1">
            <a:schemeClr val="accent4"/>
          </a:lnRef>
          <a:fillRef idx="2">
            <a:schemeClr val="accent4"/>
          </a:fillRef>
          <a:effectRef idx="1">
            <a:schemeClr val="accent4"/>
          </a:effectRef>
          <a:fontRef idx="minor">
            <a:schemeClr val="dk1"/>
          </a:fontRef>
        </p:style>
        <p:txBody>
          <a:bodyPr>
            <a:spAutoFit/>
          </a:bodyPr>
          <a:lstStyle/>
          <a:p>
            <a:pPr algn="ctr" eaLnBrk="1" hangingPunct="1">
              <a:buClr>
                <a:srgbClr val="FFCC66"/>
              </a:buClr>
              <a:defRPr/>
            </a:pPr>
            <a:r>
              <a:rPr lang="es-ES_tradnl" sz="4000" dirty="0">
                <a:latin typeface="Agency FB" panose="020B0503020202020204" pitchFamily="34" charset="0"/>
              </a:rPr>
              <a:t>Lo podemos hacer con una función?</a:t>
            </a:r>
          </a:p>
        </p:txBody>
      </p:sp>
      <p:sp>
        <p:nvSpPr>
          <p:cNvPr id="2" name="6 CuadroTexto">
            <a:extLst>
              <a:ext uri="{FF2B5EF4-FFF2-40B4-BE49-F238E27FC236}">
                <a16:creationId xmlns:a16="http://schemas.microsoft.com/office/drawing/2014/main" id="{31F388AA-6215-ACF5-73D2-D2B4E7C7E4EB}"/>
              </a:ext>
            </a:extLst>
          </p:cNvPr>
          <p:cNvSpPr txBox="1"/>
          <p:nvPr/>
        </p:nvSpPr>
        <p:spPr bwMode="auto">
          <a:xfrm>
            <a:off x="8665084" y="1325355"/>
            <a:ext cx="3240657" cy="2308324"/>
          </a:xfrm>
          <a:prstGeom prst="rect">
            <a:avLst/>
          </a:prstGeom>
          <a:noFill/>
          <a:ln w="38100">
            <a:solidFill>
              <a:schemeClr val="accent6">
                <a:lumMod val="75000"/>
              </a:schemeClr>
            </a:solidFill>
            <a:prstDash val="sysDot"/>
          </a:ln>
        </p:spPr>
        <p:style>
          <a:lnRef idx="1">
            <a:schemeClr val="accent4"/>
          </a:lnRef>
          <a:fillRef idx="2">
            <a:schemeClr val="accent4"/>
          </a:fillRef>
          <a:effectRef idx="1">
            <a:schemeClr val="accent4"/>
          </a:effectRef>
          <a:fontRef idx="minor">
            <a:schemeClr val="dk1"/>
          </a:fontRef>
        </p:style>
        <p:txBody>
          <a:bodyPr wrap="square">
            <a:spAutoFit/>
          </a:bodyPr>
          <a:lstStyle/>
          <a:p>
            <a:pPr algn="just" eaLnBrk="1" hangingPunct="1">
              <a:buClr>
                <a:srgbClr val="FFCC66"/>
              </a:buClr>
              <a:defRPr/>
            </a:pPr>
            <a:r>
              <a:rPr lang="es-ES" sz="2400" dirty="0">
                <a:latin typeface="Agency FB" panose="020B0503020202020204" pitchFamily="34" charset="0"/>
              </a:rPr>
              <a:t>Se aprovecha el orden entonces la búsqueda termina cuando se encuentra el valor o cuando se recorre la rama del árbol correspondiente y se llega al final.</a:t>
            </a:r>
          </a:p>
        </p:txBody>
      </p:sp>
      <p:grpSp>
        <p:nvGrpSpPr>
          <p:cNvPr id="3" name="Google Shape;124;p18">
            <a:extLst>
              <a:ext uri="{FF2B5EF4-FFF2-40B4-BE49-F238E27FC236}">
                <a16:creationId xmlns:a16="http://schemas.microsoft.com/office/drawing/2014/main" id="{E29270C2-7DDA-BC63-EEA8-07851B6BD0C8}"/>
              </a:ext>
            </a:extLst>
          </p:cNvPr>
          <p:cNvGrpSpPr>
            <a:grpSpLocks/>
          </p:cNvGrpSpPr>
          <p:nvPr/>
        </p:nvGrpSpPr>
        <p:grpSpPr bwMode="auto">
          <a:xfrm>
            <a:off x="7197328" y="3874194"/>
            <a:ext cx="4659312" cy="2820988"/>
            <a:chOff x="497555" y="1412776"/>
            <a:chExt cx="4680520" cy="3024336"/>
          </a:xfrm>
        </p:grpSpPr>
        <p:grpSp>
          <p:nvGrpSpPr>
            <p:cNvPr id="4" name="Google Shape;125;p18">
              <a:extLst>
                <a:ext uri="{FF2B5EF4-FFF2-40B4-BE49-F238E27FC236}">
                  <a16:creationId xmlns:a16="http://schemas.microsoft.com/office/drawing/2014/main" id="{BAB867BB-F89E-B6C3-97D8-E07B397E23B8}"/>
                </a:ext>
              </a:extLst>
            </p:cNvPr>
            <p:cNvGrpSpPr>
              <a:grpSpLocks/>
            </p:cNvGrpSpPr>
            <p:nvPr/>
          </p:nvGrpSpPr>
          <p:grpSpPr bwMode="auto">
            <a:xfrm>
              <a:off x="497555" y="1412776"/>
              <a:ext cx="4680520" cy="3024336"/>
              <a:chOff x="839416" y="1700808"/>
              <a:chExt cx="3568700" cy="2423575"/>
            </a:xfrm>
          </p:grpSpPr>
          <p:grpSp>
            <p:nvGrpSpPr>
              <p:cNvPr id="15" name="Google Shape;126;p18">
                <a:extLst>
                  <a:ext uri="{FF2B5EF4-FFF2-40B4-BE49-F238E27FC236}">
                    <a16:creationId xmlns:a16="http://schemas.microsoft.com/office/drawing/2014/main" id="{ECEE6B02-A514-E75D-C81A-A41BCA536244}"/>
                  </a:ext>
                </a:extLst>
              </p:cNvPr>
              <p:cNvGrpSpPr>
                <a:grpSpLocks/>
              </p:cNvGrpSpPr>
              <p:nvPr/>
            </p:nvGrpSpPr>
            <p:grpSpPr bwMode="auto">
              <a:xfrm>
                <a:off x="839416" y="1700808"/>
                <a:ext cx="3568700" cy="2360838"/>
                <a:chOff x="147639" y="1252014"/>
                <a:chExt cx="3567232" cy="2361884"/>
              </a:xfrm>
            </p:grpSpPr>
            <p:sp>
              <p:nvSpPr>
                <p:cNvPr id="18" name="Google Shape;127;p18">
                  <a:extLst>
                    <a:ext uri="{FF2B5EF4-FFF2-40B4-BE49-F238E27FC236}">
                      <a16:creationId xmlns:a16="http://schemas.microsoft.com/office/drawing/2014/main" id="{F574A511-12B5-99B8-B5D9-A4EAE62EB506}"/>
                    </a:ext>
                  </a:extLst>
                </p:cNvPr>
                <p:cNvSpPr>
                  <a:spLocks noChangeArrowheads="1"/>
                </p:cNvSpPr>
                <p:nvPr/>
              </p:nvSpPr>
              <p:spPr bwMode="auto">
                <a:xfrm>
                  <a:off x="1677842" y="1252014"/>
                  <a:ext cx="545720" cy="590812"/>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19" name="Google Shape;128;p18">
                  <a:extLst>
                    <a:ext uri="{FF2B5EF4-FFF2-40B4-BE49-F238E27FC236}">
                      <a16:creationId xmlns:a16="http://schemas.microsoft.com/office/drawing/2014/main" id="{03CE0D98-8F18-0D5D-C6CD-2AD31B8FC121}"/>
                    </a:ext>
                  </a:extLst>
                </p:cNvPr>
                <p:cNvSpPr>
                  <a:spLocks noChangeArrowheads="1"/>
                </p:cNvSpPr>
                <p:nvPr/>
              </p:nvSpPr>
              <p:spPr bwMode="auto">
                <a:xfrm>
                  <a:off x="825839" y="2153923"/>
                  <a:ext cx="548150" cy="590813"/>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20" name="Google Shape;129;p18">
                  <a:extLst>
                    <a:ext uri="{FF2B5EF4-FFF2-40B4-BE49-F238E27FC236}">
                      <a16:creationId xmlns:a16="http://schemas.microsoft.com/office/drawing/2014/main" id="{B52EE282-EA3F-9219-B45E-F777C39B044C}"/>
                    </a:ext>
                  </a:extLst>
                </p:cNvPr>
                <p:cNvSpPr>
                  <a:spLocks noChangeArrowheads="1"/>
                </p:cNvSpPr>
                <p:nvPr/>
              </p:nvSpPr>
              <p:spPr bwMode="auto">
                <a:xfrm>
                  <a:off x="2738896" y="2108896"/>
                  <a:ext cx="545719" cy="589448"/>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21" name="Google Shape;130;p18">
                  <a:extLst>
                    <a:ext uri="{FF2B5EF4-FFF2-40B4-BE49-F238E27FC236}">
                      <a16:creationId xmlns:a16="http://schemas.microsoft.com/office/drawing/2014/main" id="{2AE67756-E931-A718-C87B-71FBD9AB02A7}"/>
                    </a:ext>
                  </a:extLst>
                </p:cNvPr>
                <p:cNvSpPr>
                  <a:spLocks noChangeArrowheads="1"/>
                </p:cNvSpPr>
                <p:nvPr/>
              </p:nvSpPr>
              <p:spPr bwMode="auto">
                <a:xfrm>
                  <a:off x="147639" y="3001255"/>
                  <a:ext cx="545719" cy="592177"/>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22" name="Google Shape;131;p18">
                  <a:extLst>
                    <a:ext uri="{FF2B5EF4-FFF2-40B4-BE49-F238E27FC236}">
                      <a16:creationId xmlns:a16="http://schemas.microsoft.com/office/drawing/2014/main" id="{2B7D1CE3-13BD-14C8-15B6-59FF3250A648}"/>
                    </a:ext>
                  </a:extLst>
                </p:cNvPr>
                <p:cNvSpPr>
                  <a:spLocks noChangeArrowheads="1"/>
                </p:cNvSpPr>
                <p:nvPr/>
              </p:nvSpPr>
              <p:spPr bwMode="auto">
                <a:xfrm>
                  <a:off x="1347250" y="3008077"/>
                  <a:ext cx="545720" cy="590813"/>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23" name="Google Shape;132;p18">
                  <a:extLst>
                    <a:ext uri="{FF2B5EF4-FFF2-40B4-BE49-F238E27FC236}">
                      <a16:creationId xmlns:a16="http://schemas.microsoft.com/office/drawing/2014/main" id="{5C80ACBE-4165-4A39-B949-2B797C081333}"/>
                    </a:ext>
                  </a:extLst>
                </p:cNvPr>
                <p:cNvSpPr>
                  <a:spLocks noChangeArrowheads="1"/>
                </p:cNvSpPr>
                <p:nvPr/>
              </p:nvSpPr>
              <p:spPr bwMode="auto">
                <a:xfrm>
                  <a:off x="3169152" y="3023086"/>
                  <a:ext cx="545719" cy="590812"/>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cxnSp>
              <p:nvCxnSpPr>
                <p:cNvPr id="24" name="Google Shape;133;p18">
                  <a:extLst>
                    <a:ext uri="{FF2B5EF4-FFF2-40B4-BE49-F238E27FC236}">
                      <a16:creationId xmlns:a16="http://schemas.microsoft.com/office/drawing/2014/main" id="{1A2939F3-3AD7-CBCC-3771-9122247F22A9}"/>
                    </a:ext>
                  </a:extLst>
                </p:cNvPr>
                <p:cNvCxnSpPr>
                  <a:cxnSpLocks noChangeShapeType="1"/>
                </p:cNvCxnSpPr>
                <p:nvPr/>
              </p:nvCxnSpPr>
              <p:spPr bwMode="auto">
                <a:xfrm flipH="1">
                  <a:off x="1293772" y="1756865"/>
                  <a:ext cx="465503" cy="483020"/>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25" name="Google Shape;134;p18">
                  <a:extLst>
                    <a:ext uri="{FF2B5EF4-FFF2-40B4-BE49-F238E27FC236}">
                      <a16:creationId xmlns:a16="http://schemas.microsoft.com/office/drawing/2014/main" id="{DE9DBEA6-07A9-781F-CC72-D41A471BDC20}"/>
                    </a:ext>
                  </a:extLst>
                </p:cNvPr>
                <p:cNvCxnSpPr>
                  <a:cxnSpLocks noChangeShapeType="1"/>
                </p:cNvCxnSpPr>
                <p:nvPr/>
              </p:nvCxnSpPr>
              <p:spPr bwMode="auto">
                <a:xfrm>
                  <a:off x="2223562" y="1717295"/>
                  <a:ext cx="595552" cy="477562"/>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26" name="Google Shape;135;p18">
                  <a:extLst>
                    <a:ext uri="{FF2B5EF4-FFF2-40B4-BE49-F238E27FC236}">
                      <a16:creationId xmlns:a16="http://schemas.microsoft.com/office/drawing/2014/main" id="{162C9559-56F2-432F-E474-7BAB30FABFDF}"/>
                    </a:ext>
                  </a:extLst>
                </p:cNvPr>
                <p:cNvCxnSpPr>
                  <a:cxnSpLocks noChangeShapeType="1"/>
                </p:cNvCxnSpPr>
                <p:nvPr/>
              </p:nvCxnSpPr>
              <p:spPr bwMode="auto">
                <a:xfrm flipH="1">
                  <a:off x="614357" y="2660139"/>
                  <a:ext cx="358546" cy="427076"/>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27" name="Google Shape;136;p18">
                  <a:extLst>
                    <a:ext uri="{FF2B5EF4-FFF2-40B4-BE49-F238E27FC236}">
                      <a16:creationId xmlns:a16="http://schemas.microsoft.com/office/drawing/2014/main" id="{1788C08B-4B0E-6BC1-58F1-798AE3E96B4D}"/>
                    </a:ext>
                  </a:extLst>
                </p:cNvPr>
                <p:cNvCxnSpPr>
                  <a:cxnSpLocks noChangeShapeType="1"/>
                </p:cNvCxnSpPr>
                <p:nvPr/>
              </p:nvCxnSpPr>
              <p:spPr bwMode="auto">
                <a:xfrm>
                  <a:off x="1315649" y="2645130"/>
                  <a:ext cx="303853" cy="362947"/>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28" name="Google Shape;137;p18">
                  <a:extLst>
                    <a:ext uri="{FF2B5EF4-FFF2-40B4-BE49-F238E27FC236}">
                      <a16:creationId xmlns:a16="http://schemas.microsoft.com/office/drawing/2014/main" id="{E3A85C48-5672-DEAC-16EB-AC3D283BA797}"/>
                    </a:ext>
                  </a:extLst>
                </p:cNvPr>
                <p:cNvCxnSpPr>
                  <a:cxnSpLocks noChangeShapeType="1"/>
                </p:cNvCxnSpPr>
                <p:nvPr/>
              </p:nvCxnSpPr>
              <p:spPr bwMode="auto">
                <a:xfrm>
                  <a:off x="3017225" y="2702437"/>
                  <a:ext cx="305069" cy="361583"/>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grpSp>
          <p:sp>
            <p:nvSpPr>
              <p:cNvPr id="16" name="Google Shape;138;p18">
                <a:extLst>
                  <a:ext uri="{FF2B5EF4-FFF2-40B4-BE49-F238E27FC236}">
                    <a16:creationId xmlns:a16="http://schemas.microsoft.com/office/drawing/2014/main" id="{DE464024-7EA0-99BE-FBB9-D01E316922F3}"/>
                  </a:ext>
                </a:extLst>
              </p:cNvPr>
              <p:cNvSpPr>
                <a:spLocks noChangeArrowheads="1"/>
              </p:cNvSpPr>
              <p:nvPr/>
            </p:nvSpPr>
            <p:spPr bwMode="auto">
              <a:xfrm>
                <a:off x="2789738" y="3533833"/>
                <a:ext cx="547160" cy="590550"/>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cxnSp>
            <p:nvCxnSpPr>
              <p:cNvPr id="17" name="Google Shape;139;p18">
                <a:extLst>
                  <a:ext uri="{FF2B5EF4-FFF2-40B4-BE49-F238E27FC236}">
                    <a16:creationId xmlns:a16="http://schemas.microsoft.com/office/drawing/2014/main" id="{0CC06C3C-E678-51DE-5D47-0FC98FB8BEAF}"/>
                  </a:ext>
                </a:extLst>
              </p:cNvPr>
              <p:cNvCxnSpPr>
                <a:cxnSpLocks noChangeShapeType="1"/>
              </p:cNvCxnSpPr>
              <p:nvPr/>
            </p:nvCxnSpPr>
            <p:spPr bwMode="auto">
              <a:xfrm flipH="1">
                <a:off x="3257864" y="3192869"/>
                <a:ext cx="357478" cy="426887"/>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grpSp>
        <p:sp>
          <p:nvSpPr>
            <p:cNvPr id="5" name="Google Shape;140;p18">
              <a:extLst>
                <a:ext uri="{FF2B5EF4-FFF2-40B4-BE49-F238E27FC236}">
                  <a16:creationId xmlns:a16="http://schemas.microsoft.com/office/drawing/2014/main" id="{243F910B-7F15-E973-BE9A-D45302A1CD39}"/>
                </a:ext>
              </a:extLst>
            </p:cNvPr>
            <p:cNvSpPr txBox="1">
              <a:spLocks noChangeArrowheads="1"/>
            </p:cNvSpPr>
            <p:nvPr/>
          </p:nvSpPr>
          <p:spPr bwMode="auto">
            <a:xfrm>
              <a:off x="2610849" y="1531588"/>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15</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7" name="Google Shape;141;p18">
              <a:extLst>
                <a:ext uri="{FF2B5EF4-FFF2-40B4-BE49-F238E27FC236}">
                  <a16:creationId xmlns:a16="http://schemas.microsoft.com/office/drawing/2014/main" id="{984E56F4-5FED-6AF1-226E-5A46ABC9FF1D}"/>
                </a:ext>
              </a:extLst>
            </p:cNvPr>
            <p:cNvSpPr txBox="1">
              <a:spLocks noChangeArrowheads="1"/>
            </p:cNvSpPr>
            <p:nvPr/>
          </p:nvSpPr>
          <p:spPr bwMode="auto">
            <a:xfrm>
              <a:off x="4019641" y="2588463"/>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24</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10" name="Google Shape;142;p18">
              <a:extLst>
                <a:ext uri="{FF2B5EF4-FFF2-40B4-BE49-F238E27FC236}">
                  <a16:creationId xmlns:a16="http://schemas.microsoft.com/office/drawing/2014/main" id="{71A1DACA-A6AE-D192-E97D-6DE876008ACC}"/>
                </a:ext>
              </a:extLst>
            </p:cNvPr>
            <p:cNvSpPr txBox="1">
              <a:spLocks noChangeArrowheads="1"/>
            </p:cNvSpPr>
            <p:nvPr/>
          </p:nvSpPr>
          <p:spPr bwMode="auto">
            <a:xfrm>
              <a:off x="3144750" y="3807150"/>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16</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11" name="Google Shape;143;p18">
              <a:extLst>
                <a:ext uri="{FF2B5EF4-FFF2-40B4-BE49-F238E27FC236}">
                  <a16:creationId xmlns:a16="http://schemas.microsoft.com/office/drawing/2014/main" id="{7D98429B-7929-7C0C-C4A3-018B8F0644F9}"/>
                </a:ext>
              </a:extLst>
            </p:cNvPr>
            <p:cNvSpPr txBox="1">
              <a:spLocks noChangeArrowheads="1"/>
            </p:cNvSpPr>
            <p:nvPr/>
          </p:nvSpPr>
          <p:spPr bwMode="auto">
            <a:xfrm>
              <a:off x="4593580" y="3785014"/>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30</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12" name="Google Shape;144;p18">
              <a:extLst>
                <a:ext uri="{FF2B5EF4-FFF2-40B4-BE49-F238E27FC236}">
                  <a16:creationId xmlns:a16="http://schemas.microsoft.com/office/drawing/2014/main" id="{F4922E8A-658E-F1B1-3BC6-2B7C3DA1C27A}"/>
                </a:ext>
              </a:extLst>
            </p:cNvPr>
            <p:cNvSpPr txBox="1">
              <a:spLocks noChangeArrowheads="1"/>
            </p:cNvSpPr>
            <p:nvPr/>
          </p:nvSpPr>
          <p:spPr bwMode="auto">
            <a:xfrm>
              <a:off x="1525401" y="2662748"/>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8</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13" name="Google Shape;145;p18">
              <a:extLst>
                <a:ext uri="{FF2B5EF4-FFF2-40B4-BE49-F238E27FC236}">
                  <a16:creationId xmlns:a16="http://schemas.microsoft.com/office/drawing/2014/main" id="{84BE82C6-82DD-A09E-7BDF-CCC7B9EA82C2}"/>
                </a:ext>
              </a:extLst>
            </p:cNvPr>
            <p:cNvSpPr txBox="1">
              <a:spLocks noChangeArrowheads="1"/>
            </p:cNvSpPr>
            <p:nvPr/>
          </p:nvSpPr>
          <p:spPr bwMode="auto">
            <a:xfrm>
              <a:off x="2163841" y="3732688"/>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12</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14" name="Google Shape;146;p18">
              <a:extLst>
                <a:ext uri="{FF2B5EF4-FFF2-40B4-BE49-F238E27FC236}">
                  <a16:creationId xmlns:a16="http://schemas.microsoft.com/office/drawing/2014/main" id="{3C656CF9-9923-EE44-375C-47BE4A59150F}"/>
                </a:ext>
              </a:extLst>
            </p:cNvPr>
            <p:cNvSpPr txBox="1">
              <a:spLocks noChangeArrowheads="1"/>
            </p:cNvSpPr>
            <p:nvPr/>
          </p:nvSpPr>
          <p:spPr bwMode="auto">
            <a:xfrm>
              <a:off x="661305" y="3727872"/>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7</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grpSp>
      <p:sp>
        <p:nvSpPr>
          <p:cNvPr id="29" name="Google Shape;123;p18">
            <a:extLst>
              <a:ext uri="{FF2B5EF4-FFF2-40B4-BE49-F238E27FC236}">
                <a16:creationId xmlns:a16="http://schemas.microsoft.com/office/drawing/2014/main" id="{0E434F2B-ED6C-E4B1-87C2-0B12BC649138}"/>
              </a:ext>
            </a:extLst>
          </p:cNvPr>
          <p:cNvSpPr txBox="1">
            <a:spLocks noChangeArrowheads="1"/>
          </p:cNvSpPr>
          <p:nvPr/>
        </p:nvSpPr>
        <p:spPr bwMode="auto">
          <a:xfrm>
            <a:off x="9980215" y="3717032"/>
            <a:ext cx="60166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200"/>
              <a:buFont typeface="Consolas" panose="020B0609020204030204" pitchFamily="49" charset="0"/>
              <a:buNone/>
            </a:pPr>
            <a:r>
              <a:rPr lang="en-US" altLang="es-AR" sz="3000" b="1">
                <a:solidFill>
                  <a:srgbClr val="FFC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a:t>
            </a:r>
            <a:endParaRPr lang="es-AR" altLang="es-AR" sz="30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4580"/>
                                        </p:tgtEl>
                                        <p:attrNameLst>
                                          <p:attrName>style.visibility</p:attrName>
                                        </p:attrNameLst>
                                      </p:cBhvr>
                                      <p:to>
                                        <p:strVal val="visible"/>
                                      </p:to>
                                    </p:set>
                                    <p:animEffect transition="in" filter="wipe(up)">
                                      <p:cBhvr>
                                        <p:cTn id="7" dur="1750"/>
                                        <p:tgtEl>
                                          <p:spTgt spid="2458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1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0" grpId="0"/>
      <p:bldP spid="9" grpId="0" animBg="1"/>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esquinas diagonales redondeadas 5">
            <a:extLst>
              <a:ext uri="{FF2B5EF4-FFF2-40B4-BE49-F238E27FC236}">
                <a16:creationId xmlns:a16="http://schemas.microsoft.com/office/drawing/2014/main" id="{DB30B5BA-69E8-17B4-78FC-BA825E4431E4}"/>
              </a:ext>
            </a:extLst>
          </p:cNvPr>
          <p:cNvSpPr/>
          <p:nvPr/>
        </p:nvSpPr>
        <p:spPr>
          <a:xfrm>
            <a:off x="263525" y="260350"/>
            <a:ext cx="11664950" cy="985838"/>
          </a:xfrm>
          <a:prstGeom prst="round2Diag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8" name="CuadroTexto 7">
            <a:extLst>
              <a:ext uri="{FF2B5EF4-FFF2-40B4-BE49-F238E27FC236}">
                <a16:creationId xmlns:a16="http://schemas.microsoft.com/office/drawing/2014/main" id="{BEAAD01D-3D16-FFE9-D89A-622DFEA7BAA3}"/>
              </a:ext>
            </a:extLst>
          </p:cNvPr>
          <p:cNvSpPr txBox="1"/>
          <p:nvPr/>
        </p:nvSpPr>
        <p:spPr>
          <a:xfrm>
            <a:off x="407988" y="328613"/>
            <a:ext cx="9190037" cy="923925"/>
          </a:xfrm>
          <a:prstGeom prst="rect">
            <a:avLst/>
          </a:prstGeom>
          <a:noFill/>
        </p:spPr>
        <p:txBody>
          <a:bodyPr wrap="none">
            <a:spAutoFit/>
          </a:bodyPr>
          <a:lstStyle/>
          <a:p>
            <a:pPr>
              <a:defRPr/>
            </a:pPr>
            <a:r>
              <a:rPr lang="es-ES" sz="5400" b="1" dirty="0" err="1">
                <a:solidFill>
                  <a:schemeClr val="accent4"/>
                </a:solidFill>
                <a:latin typeface="Agency FB" panose="020B0503020202020204" pitchFamily="34" charset="0"/>
              </a:rPr>
              <a:t>Arbol</a:t>
            </a:r>
            <a:r>
              <a:rPr lang="es-ES" sz="5400" b="1" dirty="0">
                <a:solidFill>
                  <a:schemeClr val="accent4"/>
                </a:solidFill>
                <a:latin typeface="Agency FB" panose="020B0503020202020204" pitchFamily="34" charset="0"/>
              </a:rPr>
              <a:t> Binario de Búsqueda - </a:t>
            </a:r>
            <a:r>
              <a:rPr lang="es-ES" sz="5400" b="1" dirty="0" err="1">
                <a:solidFill>
                  <a:schemeClr val="accent4"/>
                </a:solidFill>
                <a:latin typeface="Agency FB" panose="020B0503020202020204" pitchFamily="34" charset="0"/>
              </a:rPr>
              <a:t>Busqueda</a:t>
            </a:r>
            <a:endParaRPr lang="es-AR" sz="5400" b="1" dirty="0">
              <a:solidFill>
                <a:schemeClr val="accent4"/>
              </a:solidFill>
              <a:latin typeface="Agency FB" panose="020B0503020202020204" pitchFamily="34" charset="0"/>
            </a:endParaRPr>
          </a:p>
        </p:txBody>
      </p:sp>
      <p:sp>
        <p:nvSpPr>
          <p:cNvPr id="26628" name="Google Shape;342;p24">
            <a:extLst>
              <a:ext uri="{FF2B5EF4-FFF2-40B4-BE49-F238E27FC236}">
                <a16:creationId xmlns:a16="http://schemas.microsoft.com/office/drawing/2014/main" id="{044A6A96-ABA2-3510-6946-6239FEA3D59A}"/>
              </a:ext>
            </a:extLst>
          </p:cNvPr>
          <p:cNvSpPr txBox="1">
            <a:spLocks noChangeArrowheads="1"/>
          </p:cNvSpPr>
          <p:nvPr/>
        </p:nvSpPr>
        <p:spPr bwMode="auto">
          <a:xfrm>
            <a:off x="263525" y="1484313"/>
            <a:ext cx="9721850" cy="460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25" rIns="92075" bIns="46025"/>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nSpc>
                <a:spcPct val="90000"/>
              </a:lnSpc>
              <a:buClr>
                <a:srgbClr val="000000"/>
              </a:buClr>
              <a:buSzPts val="2200"/>
              <a:buFont typeface="Consolas" panose="020B0609020204030204" pitchFamily="49" charset="0"/>
              <a:buNone/>
            </a:pPr>
            <a:r>
              <a:rPr lang="en-U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function </a:t>
            </a:r>
            <a:r>
              <a:rPr lang="en-US" altLang="es-AR" sz="2400" dirty="0" err="1">
                <a:solidFill>
                  <a:srgbClr val="FF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existe</a:t>
            </a:r>
            <a:r>
              <a:rPr lang="en-U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4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a:arbol</a:t>
            </a:r>
            <a:r>
              <a:rPr lang="en-U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4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num:integer</a:t>
            </a:r>
            <a:r>
              <a:rPr lang="en-U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4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boolean</a:t>
            </a:r>
            <a:r>
              <a:rPr lang="en-U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endParaRPr lang="es-AR" altLang="es-AR" sz="2400" dirty="0">
              <a:solidFill>
                <a:srgbClr val="000000"/>
              </a:solidFill>
              <a:latin typeface="Consolas" panose="020B0609020204030204" pitchFamily="49" charset="0"/>
              <a:cs typeface="Arial" panose="020B0604020202020204" pitchFamily="34" charset="0"/>
              <a:sym typeface="Arial" panose="020B0604020202020204" pitchFamily="34" charset="0"/>
            </a:endParaRPr>
          </a:p>
          <a:p>
            <a:pPr>
              <a:lnSpc>
                <a:spcPct val="90000"/>
              </a:lnSpc>
              <a:spcBef>
                <a:spcPts val="1000"/>
              </a:spcBef>
              <a:buClr>
                <a:srgbClr val="000000"/>
              </a:buClr>
              <a:buSzPts val="2200"/>
              <a:buFont typeface="Consolas" panose="020B0609020204030204" pitchFamily="49" charset="0"/>
              <a:buNone/>
            </a:pPr>
            <a:r>
              <a:rPr lang="en-U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begin</a:t>
            </a:r>
          </a:p>
          <a:p>
            <a:pPr>
              <a:lnSpc>
                <a:spcPct val="90000"/>
              </a:lnSpc>
              <a:spcBef>
                <a:spcPts val="1000"/>
              </a:spcBef>
              <a:buClr>
                <a:srgbClr val="000000"/>
              </a:buClr>
              <a:buSzPts val="2200"/>
              <a:buFont typeface="Consolas" panose="020B0609020204030204" pitchFamily="49" charset="0"/>
              <a:buNone/>
            </a:pPr>
            <a:r>
              <a:rPr lang="en-U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if </a:t>
            </a:r>
            <a:r>
              <a:rPr lang="en-US" altLang="es-AR" sz="24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(a=nil)</a:t>
            </a:r>
            <a:r>
              <a:rPr lang="en-U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then </a:t>
            </a:r>
            <a:r>
              <a:rPr lang="en-US" altLang="es-AR" sz="2400" b="1" dirty="0" err="1">
                <a:solidFill>
                  <a:srgbClr val="FF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existe</a:t>
            </a:r>
            <a:r>
              <a:rPr lang="en-US" altLang="es-AR" sz="24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false</a:t>
            </a:r>
          </a:p>
          <a:p>
            <a:pPr>
              <a:lnSpc>
                <a:spcPct val="90000"/>
              </a:lnSpc>
              <a:spcBef>
                <a:spcPts val="1000"/>
              </a:spcBef>
              <a:buClr>
                <a:srgbClr val="000000"/>
              </a:buClr>
              <a:buSzPts val="2200"/>
              <a:buFont typeface="Consolas" panose="020B0609020204030204" pitchFamily="49" charset="0"/>
              <a:buNone/>
            </a:pPr>
            <a:r>
              <a:rPr lang="en-U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else </a:t>
            </a:r>
          </a:p>
          <a:p>
            <a:pPr>
              <a:lnSpc>
                <a:spcPct val="90000"/>
              </a:lnSpc>
              <a:spcBef>
                <a:spcPts val="1000"/>
              </a:spcBef>
              <a:buClr>
                <a:srgbClr val="000000"/>
              </a:buClr>
              <a:buSzPts val="2200"/>
              <a:buFont typeface="Consolas" panose="020B0609020204030204" pitchFamily="49" charset="0"/>
              <a:buNone/>
            </a:pPr>
            <a:r>
              <a:rPr lang="en-U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if </a:t>
            </a:r>
            <a:r>
              <a:rPr lang="en-US" altLang="es-AR" sz="24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(num = a^.</a:t>
            </a:r>
            <a:r>
              <a:rPr lang="en-US" altLang="es-AR" sz="2400" b="1"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dato</a:t>
            </a:r>
            <a:r>
              <a:rPr lang="en-US" altLang="es-AR" sz="24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r>
              <a:rPr lang="en-U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then </a:t>
            </a:r>
            <a:r>
              <a:rPr lang="en-US" altLang="es-AR" sz="2400" b="1" dirty="0" err="1">
                <a:solidFill>
                  <a:srgbClr val="FF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existe</a:t>
            </a:r>
            <a:r>
              <a:rPr lang="en-US" altLang="es-AR" sz="24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:=true</a:t>
            </a:r>
          </a:p>
          <a:p>
            <a:pPr>
              <a:lnSpc>
                <a:spcPct val="90000"/>
              </a:lnSpc>
              <a:spcBef>
                <a:spcPts val="1000"/>
              </a:spcBef>
              <a:buClr>
                <a:srgbClr val="000000"/>
              </a:buClr>
              <a:buSzPts val="2200"/>
              <a:buFont typeface="Consolas" panose="020B0609020204030204" pitchFamily="49" charset="0"/>
              <a:buNone/>
            </a:pPr>
            <a:r>
              <a:rPr lang="en-U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else </a:t>
            </a:r>
          </a:p>
          <a:p>
            <a:pPr>
              <a:lnSpc>
                <a:spcPct val="90000"/>
              </a:lnSpc>
              <a:spcBef>
                <a:spcPts val="1000"/>
              </a:spcBef>
              <a:buClr>
                <a:srgbClr val="000000"/>
              </a:buClr>
              <a:buSzPts val="2200"/>
              <a:buFont typeface="Consolas" panose="020B0609020204030204" pitchFamily="49" charset="0"/>
              <a:buNone/>
            </a:pPr>
            <a:r>
              <a:rPr lang="en-U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if </a:t>
            </a:r>
            <a:r>
              <a:rPr lang="en-US" altLang="es-AR" sz="24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(num &lt; a^.</a:t>
            </a:r>
            <a:r>
              <a:rPr lang="en-US" altLang="es-AR" sz="2400" b="1"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dato</a:t>
            </a:r>
            <a:r>
              <a:rPr lang="en-US" altLang="es-AR" sz="24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r>
              <a:rPr lang="en-U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then </a:t>
            </a:r>
            <a:r>
              <a:rPr lang="en-US" altLang="es-AR" sz="2400" b="1" dirty="0" err="1">
                <a:solidFill>
                  <a:srgbClr val="FF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existe</a:t>
            </a:r>
            <a:r>
              <a:rPr lang="en-U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400" b="1" dirty="0" err="1">
                <a:solidFill>
                  <a:srgbClr val="FF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existe</a:t>
            </a:r>
            <a:r>
              <a:rPr lang="en-US" altLang="es-AR" sz="24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400" b="1"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a^.hi</a:t>
            </a:r>
            <a:r>
              <a:rPr lang="en-US" altLang="es-AR" sz="24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,num)</a:t>
            </a:r>
          </a:p>
          <a:p>
            <a:pPr>
              <a:lnSpc>
                <a:spcPct val="90000"/>
              </a:lnSpc>
              <a:spcBef>
                <a:spcPts val="1000"/>
              </a:spcBef>
              <a:buClr>
                <a:srgbClr val="000000"/>
              </a:buClr>
              <a:buSzPts val="2200"/>
              <a:buFont typeface="Consolas" panose="020B0609020204030204" pitchFamily="49" charset="0"/>
              <a:buNone/>
            </a:pPr>
            <a:r>
              <a:rPr lang="en-U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else  </a:t>
            </a:r>
          </a:p>
          <a:p>
            <a:pPr>
              <a:lnSpc>
                <a:spcPct val="90000"/>
              </a:lnSpc>
              <a:spcBef>
                <a:spcPts val="1000"/>
              </a:spcBef>
              <a:buClr>
                <a:srgbClr val="000000"/>
              </a:buClr>
              <a:buSzPts val="2200"/>
              <a:buFont typeface="Consolas" panose="020B0609020204030204" pitchFamily="49" charset="0"/>
              <a:buNone/>
            </a:pPr>
            <a:r>
              <a:rPr lang="en-U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400" b="1" dirty="0" err="1">
                <a:solidFill>
                  <a:srgbClr val="FF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existe</a:t>
            </a:r>
            <a:r>
              <a:rPr lang="en-U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400" b="1" dirty="0" err="1">
                <a:solidFill>
                  <a:srgbClr val="FF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existe</a:t>
            </a:r>
            <a:r>
              <a:rPr lang="en-US" altLang="es-AR" sz="24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a:t>
            </a:r>
            <a:r>
              <a:rPr lang="en-US" altLang="es-AR" sz="2400" b="1"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hd</a:t>
            </a:r>
            <a:r>
              <a:rPr lang="en-US" altLang="es-AR" sz="24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,num)</a:t>
            </a:r>
          </a:p>
          <a:p>
            <a:pPr>
              <a:lnSpc>
                <a:spcPct val="90000"/>
              </a:lnSpc>
              <a:spcBef>
                <a:spcPts val="1000"/>
              </a:spcBef>
              <a:buClr>
                <a:srgbClr val="000000"/>
              </a:buClr>
              <a:buSzPts val="2200"/>
              <a:buFont typeface="Consolas" panose="020B0609020204030204" pitchFamily="49" charset="0"/>
              <a:buNone/>
            </a:pPr>
            <a:r>
              <a:rPr lang="en-U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end;</a:t>
            </a:r>
          </a:p>
        </p:txBody>
      </p:sp>
      <p:sp>
        <p:nvSpPr>
          <p:cNvPr id="7" name="6 CuadroTexto">
            <a:extLst>
              <a:ext uri="{FF2B5EF4-FFF2-40B4-BE49-F238E27FC236}">
                <a16:creationId xmlns:a16="http://schemas.microsoft.com/office/drawing/2014/main" id="{2D9B6CA9-213F-B9C0-4783-9E7EC4CDD292}"/>
              </a:ext>
            </a:extLst>
          </p:cNvPr>
          <p:cNvSpPr txBox="1"/>
          <p:nvPr/>
        </p:nvSpPr>
        <p:spPr bwMode="auto">
          <a:xfrm>
            <a:off x="6429375" y="5260975"/>
            <a:ext cx="5499100" cy="1323975"/>
          </a:xfrm>
          <a:prstGeom prst="rect">
            <a:avLst/>
          </a:prstGeom>
          <a:noFill/>
          <a:ln w="38100">
            <a:solidFill>
              <a:schemeClr val="bg1"/>
            </a:solidFill>
          </a:ln>
        </p:spPr>
        <p:style>
          <a:lnRef idx="1">
            <a:schemeClr val="accent4"/>
          </a:lnRef>
          <a:fillRef idx="2">
            <a:schemeClr val="accent4"/>
          </a:fillRef>
          <a:effectRef idx="1">
            <a:schemeClr val="accent4"/>
          </a:effectRef>
          <a:fontRef idx="minor">
            <a:schemeClr val="dk1"/>
          </a:fontRef>
        </p:style>
        <p:txBody>
          <a:bodyPr>
            <a:spAutoFit/>
          </a:bodyPr>
          <a:lstStyle/>
          <a:p>
            <a:pPr algn="ctr" eaLnBrk="1" hangingPunct="1">
              <a:buClr>
                <a:srgbClr val="FFCC66"/>
              </a:buClr>
              <a:defRPr/>
            </a:pPr>
            <a:r>
              <a:rPr lang="es-ES_tradnl" sz="4000" dirty="0">
                <a:latin typeface="Agency FB" panose="020B0503020202020204" pitchFamily="34" charset="0"/>
              </a:rPr>
              <a:t>Cómo podemos contar los nodos de un árbol?</a:t>
            </a:r>
          </a:p>
        </p:txBody>
      </p:sp>
      <p:sp>
        <p:nvSpPr>
          <p:cNvPr id="10" name="6 CuadroTexto">
            <a:extLst>
              <a:ext uri="{FF2B5EF4-FFF2-40B4-BE49-F238E27FC236}">
                <a16:creationId xmlns:a16="http://schemas.microsoft.com/office/drawing/2014/main" id="{0C1D7FE6-9912-216F-574A-D29DAAEE4C65}"/>
              </a:ext>
            </a:extLst>
          </p:cNvPr>
          <p:cNvSpPr txBox="1"/>
          <p:nvPr/>
        </p:nvSpPr>
        <p:spPr bwMode="auto">
          <a:xfrm>
            <a:off x="7535863" y="2065338"/>
            <a:ext cx="4465637" cy="1939925"/>
          </a:xfrm>
          <a:prstGeom prst="rect">
            <a:avLst/>
          </a:prstGeom>
          <a:noFill/>
          <a:ln w="38100">
            <a:solidFill>
              <a:schemeClr val="accent6">
                <a:lumMod val="75000"/>
              </a:schemeClr>
            </a:solidFill>
            <a:prstDash val="sysDot"/>
          </a:ln>
        </p:spPr>
        <p:style>
          <a:lnRef idx="1">
            <a:schemeClr val="accent4"/>
          </a:lnRef>
          <a:fillRef idx="2">
            <a:schemeClr val="accent4"/>
          </a:fillRef>
          <a:effectRef idx="1">
            <a:schemeClr val="accent4"/>
          </a:effectRef>
          <a:fontRef idx="minor">
            <a:schemeClr val="dk1"/>
          </a:fontRef>
        </p:style>
        <p:txBody>
          <a:bodyPr>
            <a:spAutoFit/>
          </a:bodyPr>
          <a:lstStyle/>
          <a:p>
            <a:pPr algn="just" eaLnBrk="1" hangingPunct="1">
              <a:buClr>
                <a:srgbClr val="FFCC66"/>
              </a:buClr>
              <a:defRPr/>
            </a:pPr>
            <a:r>
              <a:rPr lang="es-ES" sz="3000" dirty="0">
                <a:latin typeface="Agency FB" panose="020B0503020202020204" pitchFamily="34" charset="0"/>
              </a:rPr>
              <a:t>En vez de devolver un booleano también se puede devolver el nodo completo donde se encuentra el valor o </a:t>
            </a:r>
            <a:r>
              <a:rPr lang="es-ES" sz="3000" dirty="0" err="1">
                <a:latin typeface="Agency FB" panose="020B0503020202020204" pitchFamily="34" charset="0"/>
              </a:rPr>
              <a:t>nil</a:t>
            </a:r>
            <a:r>
              <a:rPr lang="es-ES" sz="3000" dirty="0">
                <a:latin typeface="Agency FB" panose="020B0503020202020204" pitchFamily="34" charset="0"/>
              </a:rPr>
              <a:t> si el valor no está.</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6628"/>
                                        </p:tgtEl>
                                        <p:attrNameLst>
                                          <p:attrName>style.visibility</p:attrName>
                                        </p:attrNameLst>
                                      </p:cBhvr>
                                      <p:to>
                                        <p:strVal val="visible"/>
                                      </p:to>
                                    </p:set>
                                    <p:animEffect transition="in" filter="wipe(up)">
                                      <p:cBhvr>
                                        <p:cTn id="7" dur="2000"/>
                                        <p:tgtEl>
                                          <p:spTgt spid="266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1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p:bldP spid="7"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esquinas diagonales redondeadas 4">
            <a:extLst>
              <a:ext uri="{FF2B5EF4-FFF2-40B4-BE49-F238E27FC236}">
                <a16:creationId xmlns:a16="http://schemas.microsoft.com/office/drawing/2014/main" id="{0422B185-BA2E-CEFB-E2D3-DB3A39C65A16}"/>
              </a:ext>
            </a:extLst>
          </p:cNvPr>
          <p:cNvSpPr/>
          <p:nvPr/>
        </p:nvSpPr>
        <p:spPr>
          <a:xfrm>
            <a:off x="263525" y="260350"/>
            <a:ext cx="11664950" cy="1152525"/>
          </a:xfrm>
          <a:prstGeom prst="round2Diag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6" name="CuadroTexto 5">
            <a:extLst>
              <a:ext uri="{FF2B5EF4-FFF2-40B4-BE49-F238E27FC236}">
                <a16:creationId xmlns:a16="http://schemas.microsoft.com/office/drawing/2014/main" id="{1367D5DC-521E-1314-09BE-58C52D2DA1BE}"/>
              </a:ext>
            </a:extLst>
          </p:cNvPr>
          <p:cNvSpPr txBox="1"/>
          <p:nvPr/>
        </p:nvSpPr>
        <p:spPr>
          <a:xfrm>
            <a:off x="334963" y="328613"/>
            <a:ext cx="10199687" cy="923925"/>
          </a:xfrm>
          <a:prstGeom prst="rect">
            <a:avLst/>
          </a:prstGeom>
          <a:noFill/>
        </p:spPr>
        <p:txBody>
          <a:bodyPr wrap="none">
            <a:spAutoFit/>
          </a:bodyPr>
          <a:lstStyle/>
          <a:p>
            <a:pPr>
              <a:defRPr/>
            </a:pPr>
            <a:r>
              <a:rPr lang="es-ES" sz="5400" b="1" dirty="0" err="1">
                <a:solidFill>
                  <a:schemeClr val="accent4"/>
                </a:solidFill>
                <a:latin typeface="Agency FB" panose="020B0503020202020204" pitchFamily="34" charset="0"/>
              </a:rPr>
              <a:t>Arbol</a:t>
            </a:r>
            <a:r>
              <a:rPr lang="es-ES" sz="5400" b="1" dirty="0">
                <a:solidFill>
                  <a:schemeClr val="accent4"/>
                </a:solidFill>
                <a:latin typeface="Agency FB" panose="020B0503020202020204" pitchFamily="34" charset="0"/>
              </a:rPr>
              <a:t> Binario de Búsqueda – Contar Nodos</a:t>
            </a:r>
            <a:endParaRPr lang="es-AR" sz="5400" b="1" dirty="0">
              <a:solidFill>
                <a:schemeClr val="accent4"/>
              </a:solidFill>
              <a:latin typeface="Agency FB" panose="020B0503020202020204" pitchFamily="34" charset="0"/>
            </a:endParaRPr>
          </a:p>
        </p:txBody>
      </p:sp>
      <p:grpSp>
        <p:nvGrpSpPr>
          <p:cNvPr id="28676" name="Google Shape;124;p18">
            <a:extLst>
              <a:ext uri="{FF2B5EF4-FFF2-40B4-BE49-F238E27FC236}">
                <a16:creationId xmlns:a16="http://schemas.microsoft.com/office/drawing/2014/main" id="{97A0412E-34D8-4B73-5D76-2DC64EDFA8F9}"/>
              </a:ext>
            </a:extLst>
          </p:cNvPr>
          <p:cNvGrpSpPr>
            <a:grpSpLocks/>
          </p:cNvGrpSpPr>
          <p:nvPr/>
        </p:nvGrpSpPr>
        <p:grpSpPr bwMode="auto">
          <a:xfrm>
            <a:off x="5808663" y="2276475"/>
            <a:ext cx="4659312" cy="2820988"/>
            <a:chOff x="497555" y="1412776"/>
            <a:chExt cx="4680520" cy="3024336"/>
          </a:xfrm>
        </p:grpSpPr>
        <p:grpSp>
          <p:nvGrpSpPr>
            <p:cNvPr id="28681" name="Google Shape;125;p18">
              <a:extLst>
                <a:ext uri="{FF2B5EF4-FFF2-40B4-BE49-F238E27FC236}">
                  <a16:creationId xmlns:a16="http://schemas.microsoft.com/office/drawing/2014/main" id="{9BA6FDB2-FD4A-EB01-43A9-96A86A95B2E6}"/>
                </a:ext>
              </a:extLst>
            </p:cNvPr>
            <p:cNvGrpSpPr>
              <a:grpSpLocks/>
            </p:cNvGrpSpPr>
            <p:nvPr/>
          </p:nvGrpSpPr>
          <p:grpSpPr bwMode="auto">
            <a:xfrm>
              <a:off x="497555" y="1412776"/>
              <a:ext cx="4680520" cy="3024336"/>
              <a:chOff x="839416" y="1700808"/>
              <a:chExt cx="3568700" cy="2423575"/>
            </a:xfrm>
          </p:grpSpPr>
          <p:grpSp>
            <p:nvGrpSpPr>
              <p:cNvPr id="28689" name="Google Shape;126;p18">
                <a:extLst>
                  <a:ext uri="{FF2B5EF4-FFF2-40B4-BE49-F238E27FC236}">
                    <a16:creationId xmlns:a16="http://schemas.microsoft.com/office/drawing/2014/main" id="{47BCF75A-BF77-61D8-2090-004F261F0F38}"/>
                  </a:ext>
                </a:extLst>
              </p:cNvPr>
              <p:cNvGrpSpPr>
                <a:grpSpLocks/>
              </p:cNvGrpSpPr>
              <p:nvPr/>
            </p:nvGrpSpPr>
            <p:grpSpPr bwMode="auto">
              <a:xfrm>
                <a:off x="839416" y="1700808"/>
                <a:ext cx="3568700" cy="2360838"/>
                <a:chOff x="147639" y="1252014"/>
                <a:chExt cx="3567232" cy="2361884"/>
              </a:xfrm>
            </p:grpSpPr>
            <p:sp>
              <p:nvSpPr>
                <p:cNvPr id="28692" name="Google Shape;127;p18">
                  <a:extLst>
                    <a:ext uri="{FF2B5EF4-FFF2-40B4-BE49-F238E27FC236}">
                      <a16:creationId xmlns:a16="http://schemas.microsoft.com/office/drawing/2014/main" id="{3723C869-5A87-0582-0239-5614322A7650}"/>
                    </a:ext>
                  </a:extLst>
                </p:cNvPr>
                <p:cNvSpPr>
                  <a:spLocks noChangeArrowheads="1"/>
                </p:cNvSpPr>
                <p:nvPr/>
              </p:nvSpPr>
              <p:spPr bwMode="auto">
                <a:xfrm>
                  <a:off x="1677842" y="1252014"/>
                  <a:ext cx="545720" cy="590812"/>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28693" name="Google Shape;128;p18">
                  <a:extLst>
                    <a:ext uri="{FF2B5EF4-FFF2-40B4-BE49-F238E27FC236}">
                      <a16:creationId xmlns:a16="http://schemas.microsoft.com/office/drawing/2014/main" id="{42429D32-B38A-816F-4A72-2BDF31A4E53D}"/>
                    </a:ext>
                  </a:extLst>
                </p:cNvPr>
                <p:cNvSpPr>
                  <a:spLocks noChangeArrowheads="1"/>
                </p:cNvSpPr>
                <p:nvPr/>
              </p:nvSpPr>
              <p:spPr bwMode="auto">
                <a:xfrm>
                  <a:off x="825839" y="2153923"/>
                  <a:ext cx="548150" cy="590813"/>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28694" name="Google Shape;129;p18">
                  <a:extLst>
                    <a:ext uri="{FF2B5EF4-FFF2-40B4-BE49-F238E27FC236}">
                      <a16:creationId xmlns:a16="http://schemas.microsoft.com/office/drawing/2014/main" id="{B89C6FAD-C6F0-6B9B-57A2-D5A84A72786D}"/>
                    </a:ext>
                  </a:extLst>
                </p:cNvPr>
                <p:cNvSpPr>
                  <a:spLocks noChangeArrowheads="1"/>
                </p:cNvSpPr>
                <p:nvPr/>
              </p:nvSpPr>
              <p:spPr bwMode="auto">
                <a:xfrm>
                  <a:off x="2738896" y="2108896"/>
                  <a:ext cx="545719" cy="589448"/>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28695" name="Google Shape;130;p18">
                  <a:extLst>
                    <a:ext uri="{FF2B5EF4-FFF2-40B4-BE49-F238E27FC236}">
                      <a16:creationId xmlns:a16="http://schemas.microsoft.com/office/drawing/2014/main" id="{6D50474B-D04E-84EA-E812-D62707D2D8E1}"/>
                    </a:ext>
                  </a:extLst>
                </p:cNvPr>
                <p:cNvSpPr>
                  <a:spLocks noChangeArrowheads="1"/>
                </p:cNvSpPr>
                <p:nvPr/>
              </p:nvSpPr>
              <p:spPr bwMode="auto">
                <a:xfrm>
                  <a:off x="147639" y="3001255"/>
                  <a:ext cx="545719" cy="592177"/>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28696" name="Google Shape;131;p18">
                  <a:extLst>
                    <a:ext uri="{FF2B5EF4-FFF2-40B4-BE49-F238E27FC236}">
                      <a16:creationId xmlns:a16="http://schemas.microsoft.com/office/drawing/2014/main" id="{787D0F4D-C83D-3259-2CD3-6548C1FDC6C9}"/>
                    </a:ext>
                  </a:extLst>
                </p:cNvPr>
                <p:cNvSpPr>
                  <a:spLocks noChangeArrowheads="1"/>
                </p:cNvSpPr>
                <p:nvPr/>
              </p:nvSpPr>
              <p:spPr bwMode="auto">
                <a:xfrm>
                  <a:off x="1347250" y="3008077"/>
                  <a:ext cx="545720" cy="590813"/>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28697" name="Google Shape;132;p18">
                  <a:extLst>
                    <a:ext uri="{FF2B5EF4-FFF2-40B4-BE49-F238E27FC236}">
                      <a16:creationId xmlns:a16="http://schemas.microsoft.com/office/drawing/2014/main" id="{84145A81-C103-9432-C7E3-2E5C9E0A8224}"/>
                    </a:ext>
                  </a:extLst>
                </p:cNvPr>
                <p:cNvSpPr>
                  <a:spLocks noChangeArrowheads="1"/>
                </p:cNvSpPr>
                <p:nvPr/>
              </p:nvSpPr>
              <p:spPr bwMode="auto">
                <a:xfrm>
                  <a:off x="3169152" y="3023086"/>
                  <a:ext cx="545719" cy="590812"/>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cxnSp>
              <p:nvCxnSpPr>
                <p:cNvPr id="28698" name="Google Shape;133;p18">
                  <a:extLst>
                    <a:ext uri="{FF2B5EF4-FFF2-40B4-BE49-F238E27FC236}">
                      <a16:creationId xmlns:a16="http://schemas.microsoft.com/office/drawing/2014/main" id="{AFFD8A28-C314-3945-230B-D033E6A55960}"/>
                    </a:ext>
                  </a:extLst>
                </p:cNvPr>
                <p:cNvCxnSpPr>
                  <a:cxnSpLocks noChangeShapeType="1"/>
                </p:cNvCxnSpPr>
                <p:nvPr/>
              </p:nvCxnSpPr>
              <p:spPr bwMode="auto">
                <a:xfrm flipH="1">
                  <a:off x="1293772" y="1756865"/>
                  <a:ext cx="465503" cy="483020"/>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28699" name="Google Shape;134;p18">
                  <a:extLst>
                    <a:ext uri="{FF2B5EF4-FFF2-40B4-BE49-F238E27FC236}">
                      <a16:creationId xmlns:a16="http://schemas.microsoft.com/office/drawing/2014/main" id="{BBCB215D-60E0-36DE-129C-4F3E113E0E03}"/>
                    </a:ext>
                  </a:extLst>
                </p:cNvPr>
                <p:cNvCxnSpPr>
                  <a:cxnSpLocks noChangeShapeType="1"/>
                </p:cNvCxnSpPr>
                <p:nvPr/>
              </p:nvCxnSpPr>
              <p:spPr bwMode="auto">
                <a:xfrm>
                  <a:off x="2223562" y="1717295"/>
                  <a:ext cx="595552" cy="477562"/>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28700" name="Google Shape;135;p18">
                  <a:extLst>
                    <a:ext uri="{FF2B5EF4-FFF2-40B4-BE49-F238E27FC236}">
                      <a16:creationId xmlns:a16="http://schemas.microsoft.com/office/drawing/2014/main" id="{1469BACC-2CB1-82C5-9FDF-E112BD8BB855}"/>
                    </a:ext>
                  </a:extLst>
                </p:cNvPr>
                <p:cNvCxnSpPr>
                  <a:cxnSpLocks noChangeShapeType="1"/>
                </p:cNvCxnSpPr>
                <p:nvPr/>
              </p:nvCxnSpPr>
              <p:spPr bwMode="auto">
                <a:xfrm flipH="1">
                  <a:off x="614357" y="2660139"/>
                  <a:ext cx="358546" cy="427076"/>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28701" name="Google Shape;136;p18">
                  <a:extLst>
                    <a:ext uri="{FF2B5EF4-FFF2-40B4-BE49-F238E27FC236}">
                      <a16:creationId xmlns:a16="http://schemas.microsoft.com/office/drawing/2014/main" id="{CD703669-B7FA-5525-0FAF-9C834A04BEBF}"/>
                    </a:ext>
                  </a:extLst>
                </p:cNvPr>
                <p:cNvCxnSpPr>
                  <a:cxnSpLocks noChangeShapeType="1"/>
                </p:cNvCxnSpPr>
                <p:nvPr/>
              </p:nvCxnSpPr>
              <p:spPr bwMode="auto">
                <a:xfrm>
                  <a:off x="1315649" y="2645130"/>
                  <a:ext cx="303853" cy="362947"/>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28702" name="Google Shape;137;p18">
                  <a:extLst>
                    <a:ext uri="{FF2B5EF4-FFF2-40B4-BE49-F238E27FC236}">
                      <a16:creationId xmlns:a16="http://schemas.microsoft.com/office/drawing/2014/main" id="{B110455D-12F1-BC82-D12D-0165BA4886C6}"/>
                    </a:ext>
                  </a:extLst>
                </p:cNvPr>
                <p:cNvCxnSpPr>
                  <a:cxnSpLocks noChangeShapeType="1"/>
                </p:cNvCxnSpPr>
                <p:nvPr/>
              </p:nvCxnSpPr>
              <p:spPr bwMode="auto">
                <a:xfrm>
                  <a:off x="3017225" y="2702437"/>
                  <a:ext cx="305069" cy="361583"/>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grpSp>
          <p:sp>
            <p:nvSpPr>
              <p:cNvPr id="28690" name="Google Shape;138;p18">
                <a:extLst>
                  <a:ext uri="{FF2B5EF4-FFF2-40B4-BE49-F238E27FC236}">
                    <a16:creationId xmlns:a16="http://schemas.microsoft.com/office/drawing/2014/main" id="{1F2A67A1-86DB-9F34-4711-3737417E4811}"/>
                  </a:ext>
                </a:extLst>
              </p:cNvPr>
              <p:cNvSpPr>
                <a:spLocks noChangeArrowheads="1"/>
              </p:cNvSpPr>
              <p:nvPr/>
            </p:nvSpPr>
            <p:spPr bwMode="auto">
              <a:xfrm>
                <a:off x="2789738" y="3533833"/>
                <a:ext cx="547160" cy="590550"/>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cxnSp>
            <p:nvCxnSpPr>
              <p:cNvPr id="28691" name="Google Shape;139;p18">
                <a:extLst>
                  <a:ext uri="{FF2B5EF4-FFF2-40B4-BE49-F238E27FC236}">
                    <a16:creationId xmlns:a16="http://schemas.microsoft.com/office/drawing/2014/main" id="{243C0175-BE20-7346-9C7C-FD990D04803B}"/>
                  </a:ext>
                </a:extLst>
              </p:cNvPr>
              <p:cNvCxnSpPr>
                <a:cxnSpLocks noChangeShapeType="1"/>
              </p:cNvCxnSpPr>
              <p:nvPr/>
            </p:nvCxnSpPr>
            <p:spPr bwMode="auto">
              <a:xfrm flipH="1">
                <a:off x="3257864" y="3192869"/>
                <a:ext cx="357478" cy="426887"/>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grpSp>
        <p:sp>
          <p:nvSpPr>
            <p:cNvPr id="28682" name="Google Shape;140;p18">
              <a:extLst>
                <a:ext uri="{FF2B5EF4-FFF2-40B4-BE49-F238E27FC236}">
                  <a16:creationId xmlns:a16="http://schemas.microsoft.com/office/drawing/2014/main" id="{AF16ED63-2230-18EA-1DFB-A882CEEB1B8C}"/>
                </a:ext>
              </a:extLst>
            </p:cNvPr>
            <p:cNvSpPr txBox="1">
              <a:spLocks noChangeArrowheads="1"/>
            </p:cNvSpPr>
            <p:nvPr/>
          </p:nvSpPr>
          <p:spPr bwMode="auto">
            <a:xfrm>
              <a:off x="2610849" y="1531588"/>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15</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28683" name="Google Shape;141;p18">
              <a:extLst>
                <a:ext uri="{FF2B5EF4-FFF2-40B4-BE49-F238E27FC236}">
                  <a16:creationId xmlns:a16="http://schemas.microsoft.com/office/drawing/2014/main" id="{5BBFBD1F-CBFD-ACB0-2A7C-88827F08E8D9}"/>
                </a:ext>
              </a:extLst>
            </p:cNvPr>
            <p:cNvSpPr txBox="1">
              <a:spLocks noChangeArrowheads="1"/>
            </p:cNvSpPr>
            <p:nvPr/>
          </p:nvSpPr>
          <p:spPr bwMode="auto">
            <a:xfrm>
              <a:off x="4019641" y="2588463"/>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24</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28684" name="Google Shape;142;p18">
              <a:extLst>
                <a:ext uri="{FF2B5EF4-FFF2-40B4-BE49-F238E27FC236}">
                  <a16:creationId xmlns:a16="http://schemas.microsoft.com/office/drawing/2014/main" id="{CDD13D23-64F7-6F79-6D35-57DB42263412}"/>
                </a:ext>
              </a:extLst>
            </p:cNvPr>
            <p:cNvSpPr txBox="1">
              <a:spLocks noChangeArrowheads="1"/>
            </p:cNvSpPr>
            <p:nvPr/>
          </p:nvSpPr>
          <p:spPr bwMode="auto">
            <a:xfrm>
              <a:off x="3144750" y="3807150"/>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16</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28685" name="Google Shape;143;p18">
              <a:extLst>
                <a:ext uri="{FF2B5EF4-FFF2-40B4-BE49-F238E27FC236}">
                  <a16:creationId xmlns:a16="http://schemas.microsoft.com/office/drawing/2014/main" id="{1E443C7F-2080-BD5D-FE18-A48FFF874722}"/>
                </a:ext>
              </a:extLst>
            </p:cNvPr>
            <p:cNvSpPr txBox="1">
              <a:spLocks noChangeArrowheads="1"/>
            </p:cNvSpPr>
            <p:nvPr/>
          </p:nvSpPr>
          <p:spPr bwMode="auto">
            <a:xfrm>
              <a:off x="4593580" y="3785014"/>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30</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28686" name="Google Shape;144;p18">
              <a:extLst>
                <a:ext uri="{FF2B5EF4-FFF2-40B4-BE49-F238E27FC236}">
                  <a16:creationId xmlns:a16="http://schemas.microsoft.com/office/drawing/2014/main" id="{3CBC4E9D-9869-955B-B510-1E50D8AA8B41}"/>
                </a:ext>
              </a:extLst>
            </p:cNvPr>
            <p:cNvSpPr txBox="1">
              <a:spLocks noChangeArrowheads="1"/>
            </p:cNvSpPr>
            <p:nvPr/>
          </p:nvSpPr>
          <p:spPr bwMode="auto">
            <a:xfrm>
              <a:off x="1525401" y="2662748"/>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8</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28687" name="Google Shape;145;p18">
              <a:extLst>
                <a:ext uri="{FF2B5EF4-FFF2-40B4-BE49-F238E27FC236}">
                  <a16:creationId xmlns:a16="http://schemas.microsoft.com/office/drawing/2014/main" id="{80CC50F0-4FDE-D762-4BDA-5846658BFFE7}"/>
                </a:ext>
              </a:extLst>
            </p:cNvPr>
            <p:cNvSpPr txBox="1">
              <a:spLocks noChangeArrowheads="1"/>
            </p:cNvSpPr>
            <p:nvPr/>
          </p:nvSpPr>
          <p:spPr bwMode="auto">
            <a:xfrm>
              <a:off x="2163841" y="3732688"/>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12</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28688" name="Google Shape;146;p18">
              <a:extLst>
                <a:ext uri="{FF2B5EF4-FFF2-40B4-BE49-F238E27FC236}">
                  <a16:creationId xmlns:a16="http://schemas.microsoft.com/office/drawing/2014/main" id="{5254D508-3854-B280-DD97-95B6C22F2157}"/>
                </a:ext>
              </a:extLst>
            </p:cNvPr>
            <p:cNvSpPr txBox="1">
              <a:spLocks noChangeArrowheads="1"/>
            </p:cNvSpPr>
            <p:nvPr/>
          </p:nvSpPr>
          <p:spPr bwMode="auto">
            <a:xfrm>
              <a:off x="661305" y="3727872"/>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7</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grpSp>
      <p:sp>
        <p:nvSpPr>
          <p:cNvPr id="28677" name="Google Shape;123;p18">
            <a:extLst>
              <a:ext uri="{FF2B5EF4-FFF2-40B4-BE49-F238E27FC236}">
                <a16:creationId xmlns:a16="http://schemas.microsoft.com/office/drawing/2014/main" id="{9BEAC354-0B3B-C67F-4E30-80480EFB444B}"/>
              </a:ext>
            </a:extLst>
          </p:cNvPr>
          <p:cNvSpPr txBox="1">
            <a:spLocks noChangeArrowheads="1"/>
          </p:cNvSpPr>
          <p:nvPr/>
        </p:nvSpPr>
        <p:spPr bwMode="auto">
          <a:xfrm>
            <a:off x="352425" y="1639888"/>
            <a:ext cx="3978275" cy="5293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200"/>
              <a:buFont typeface="Consolas" panose="020B0609020204030204" pitchFamily="49" charset="0"/>
              <a:buNone/>
            </a:pPr>
            <a:r>
              <a:rPr lang="en-US" altLang="es-AR" sz="22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Programa</a:t>
            </a: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2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arboles</a:t>
            </a: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endParaRPr lang="es-AR"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Type</a:t>
            </a:r>
            <a:endParaRPr lang="es-AR"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arbol = ^</a:t>
            </a:r>
            <a:r>
              <a:rPr lang="en-US" altLang="es-AR" sz="22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nodo</a:t>
            </a: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endParaRPr lang="es-AR"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Tahoma" panose="020B0604030504040204" pitchFamily="34"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2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nodo</a:t>
            </a: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 record</a:t>
            </a:r>
            <a:endParaRPr lang="es-AR"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2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dato</a:t>
            </a: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integer;</a:t>
            </a:r>
            <a:endParaRPr lang="es-AR"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HI: arbol;</a:t>
            </a:r>
            <a:endParaRPr lang="es-AR"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HD: arbol;</a:t>
            </a:r>
            <a:endParaRPr lang="es-AR"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end;</a:t>
            </a:r>
            <a:endParaRPr lang="es-AR" altLang="es-AR" sz="1400" dirty="0">
              <a:solidFill>
                <a:srgbClr val="000000"/>
              </a:solidFill>
              <a:latin typeface="Arial" panose="020B0604020202020204" pitchFamily="34" charset="0"/>
              <a:cs typeface="Arial" panose="020B0604020202020204" pitchFamily="34" charset="0"/>
              <a:sym typeface="Arial" panose="020B0604020202020204" pitchFamily="34" charset="0"/>
            </a:endParaRPr>
          </a:p>
          <a:p>
            <a:pPr algn="just">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Var</a:t>
            </a:r>
            <a:endParaRPr lang="es-AR" altLang="es-AR" sz="1400" dirty="0">
              <a:solidFill>
                <a:srgbClr val="000000"/>
              </a:solidFill>
              <a:latin typeface="Arial" panose="020B0604020202020204" pitchFamily="34" charset="0"/>
              <a:cs typeface="Arial" panose="020B0604020202020204" pitchFamily="34" charset="0"/>
              <a:sym typeface="Arial" panose="020B0604020202020204" pitchFamily="34" charset="0"/>
            </a:endParaRPr>
          </a:p>
          <a:p>
            <a:pPr algn="just">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200" b="1" dirty="0">
                <a:solidFill>
                  <a:srgbClr val="FFC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a:arbol; </a:t>
            </a:r>
            <a:r>
              <a:rPr lang="en-US" altLang="es-AR" sz="2200" b="1" dirty="0" err="1">
                <a:solidFill>
                  <a:srgbClr val="FFC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cant:integer</a:t>
            </a:r>
            <a:r>
              <a:rPr lang="en-US" altLang="es-AR" sz="2200" b="1" dirty="0">
                <a:solidFill>
                  <a:srgbClr val="FFC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endParaRPr lang="es-AR" altLang="es-AR" sz="1400" dirty="0">
              <a:solidFill>
                <a:srgbClr val="000000"/>
              </a:solidFill>
              <a:latin typeface="Arial" panose="020B0604020202020204" pitchFamily="34" charset="0"/>
              <a:cs typeface="Arial" panose="020B0604020202020204" pitchFamily="34" charset="0"/>
              <a:sym typeface="Arial" panose="020B0604020202020204" pitchFamily="34" charset="0"/>
            </a:endParaRPr>
          </a:p>
          <a:p>
            <a:pPr algn="just">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Begin</a:t>
            </a:r>
            <a:endParaRPr lang="es-AR" altLang="es-AR" sz="1400" dirty="0">
              <a:solidFill>
                <a:srgbClr val="000000"/>
              </a:solidFill>
              <a:latin typeface="Arial" panose="020B0604020202020204" pitchFamily="34" charset="0"/>
              <a:cs typeface="Arial" panose="020B0604020202020204" pitchFamily="34" charset="0"/>
              <a:sym typeface="Arial" panose="020B0604020202020204" pitchFamily="34" charset="0"/>
            </a:endParaRPr>
          </a:p>
          <a:p>
            <a:pPr algn="just">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s-E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cargar(a);</a:t>
            </a:r>
          </a:p>
          <a:p>
            <a:pPr algn="just">
              <a:buClr>
                <a:srgbClr val="000000"/>
              </a:buClr>
              <a:buSzPts val="2200"/>
              <a:buFont typeface="Consolas" panose="020B0609020204030204" pitchFamily="49" charset="0"/>
              <a:buNone/>
            </a:pPr>
            <a:r>
              <a:rPr lang="es-E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s-ES" altLang="es-AR" sz="24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cant</a:t>
            </a:r>
            <a:r>
              <a:rPr lang="es-E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0:</a:t>
            </a:r>
          </a:p>
          <a:p>
            <a:pPr algn="just">
              <a:buClr>
                <a:srgbClr val="000000"/>
              </a:buClr>
              <a:buSzPts val="2200"/>
              <a:buFont typeface="Consolas" panose="020B0609020204030204" pitchFamily="49" charset="0"/>
              <a:buNone/>
            </a:pPr>
            <a:r>
              <a:rPr lang="es-ES" altLang="es-AR" sz="2400" dirty="0">
                <a:solidFill>
                  <a:srgbClr val="000000"/>
                </a:solidFill>
                <a:latin typeface="Consolas" panose="020B0609020204030204" pitchFamily="49" charset="0"/>
                <a:cs typeface="Arial" panose="020B0604020202020204" pitchFamily="34" charset="0"/>
                <a:sym typeface="Consolas" panose="020B0609020204030204" pitchFamily="49" charset="0"/>
              </a:rPr>
              <a:t> contar (</a:t>
            </a:r>
            <a:r>
              <a:rPr lang="es-ES" altLang="es-AR" sz="2400" dirty="0" err="1">
                <a:solidFill>
                  <a:srgbClr val="000000"/>
                </a:solidFill>
                <a:latin typeface="Consolas" panose="020B0609020204030204" pitchFamily="49" charset="0"/>
                <a:cs typeface="Arial" panose="020B0604020202020204" pitchFamily="34" charset="0"/>
                <a:sym typeface="Consolas" panose="020B0609020204030204" pitchFamily="49" charset="0"/>
              </a:rPr>
              <a:t>a,cant</a:t>
            </a:r>
            <a:r>
              <a:rPr lang="es-ES" altLang="es-AR" sz="2400" dirty="0">
                <a:solidFill>
                  <a:srgbClr val="000000"/>
                </a:solidFill>
                <a:latin typeface="Consolas" panose="020B0609020204030204" pitchFamily="49" charset="0"/>
                <a:cs typeface="Arial" panose="020B0604020202020204" pitchFamily="34" charset="0"/>
                <a:sym typeface="Consolas" panose="020B0609020204030204" pitchFamily="49" charset="0"/>
              </a:rPr>
              <a:t>);</a:t>
            </a:r>
            <a:endParaRPr lang="es-AR" altLang="es-AR" sz="2400" dirty="0">
              <a:solidFill>
                <a:srgbClr val="000000"/>
              </a:solidFill>
              <a:latin typeface="Consolas" panose="020B0609020204030204" pitchFamily="49" charset="0"/>
              <a:cs typeface="Arial" panose="020B0604020202020204" pitchFamily="34" charset="0"/>
              <a:sym typeface="Arial" panose="020B0604020202020204" pitchFamily="34" charset="0"/>
            </a:endParaRPr>
          </a:p>
          <a:p>
            <a:pPr algn="just">
              <a:buClr>
                <a:srgbClr val="000000"/>
              </a:buClr>
              <a:buSzPts val="2200"/>
              <a:buFont typeface="Consolas" panose="020B0609020204030204" pitchFamily="49" charset="0"/>
              <a:buNone/>
            </a:pPr>
            <a:r>
              <a:rPr lang="en-US" altLang="es-AR" sz="2400" dirty="0">
                <a:solidFill>
                  <a:srgbClr val="000000"/>
                </a:solidFill>
                <a:latin typeface="Consolas" panose="020B0609020204030204" pitchFamily="49" charset="0"/>
                <a:cs typeface="Arial" panose="020B0604020202020204" pitchFamily="34" charset="0"/>
                <a:sym typeface="Consolas" panose="020B0609020204030204" pitchFamily="49" charset="0"/>
              </a:rPr>
              <a:t>End</a:t>
            </a: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endParaRPr lang="es-AR" altLang="es-AR" sz="1400" dirty="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28678" name="Google Shape;123;p18">
            <a:extLst>
              <a:ext uri="{FF2B5EF4-FFF2-40B4-BE49-F238E27FC236}">
                <a16:creationId xmlns:a16="http://schemas.microsoft.com/office/drawing/2014/main" id="{FB7F58F7-D49B-4B67-6598-21AC0D44B609}"/>
              </a:ext>
            </a:extLst>
          </p:cNvPr>
          <p:cNvSpPr txBox="1">
            <a:spLocks noChangeArrowheads="1"/>
          </p:cNvSpPr>
          <p:nvPr/>
        </p:nvSpPr>
        <p:spPr bwMode="auto">
          <a:xfrm>
            <a:off x="8591550" y="2119313"/>
            <a:ext cx="60166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200"/>
              <a:buFont typeface="Consolas" panose="020B0609020204030204" pitchFamily="49" charset="0"/>
              <a:buNone/>
            </a:pPr>
            <a:r>
              <a:rPr lang="en-US" altLang="es-AR" sz="3000" b="1">
                <a:solidFill>
                  <a:srgbClr val="FFC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a:t>
            </a:r>
            <a:endParaRPr lang="es-AR" altLang="es-AR" sz="30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10" name="6 CuadroTexto">
            <a:extLst>
              <a:ext uri="{FF2B5EF4-FFF2-40B4-BE49-F238E27FC236}">
                <a16:creationId xmlns:a16="http://schemas.microsoft.com/office/drawing/2014/main" id="{691736BA-A6AD-6A57-D84C-D4534E439904}"/>
              </a:ext>
            </a:extLst>
          </p:cNvPr>
          <p:cNvSpPr txBox="1"/>
          <p:nvPr/>
        </p:nvSpPr>
        <p:spPr bwMode="auto">
          <a:xfrm>
            <a:off x="9934575" y="2119313"/>
            <a:ext cx="1925638" cy="708025"/>
          </a:xfrm>
          <a:prstGeom prst="rect">
            <a:avLst/>
          </a:prstGeom>
          <a:noFill/>
          <a:ln w="38100">
            <a:solidFill>
              <a:schemeClr val="bg1"/>
            </a:solidFill>
          </a:ln>
        </p:spPr>
        <p:style>
          <a:lnRef idx="1">
            <a:schemeClr val="accent4"/>
          </a:lnRef>
          <a:fillRef idx="2">
            <a:schemeClr val="accent4"/>
          </a:fillRef>
          <a:effectRef idx="1">
            <a:schemeClr val="accent4"/>
          </a:effectRef>
          <a:fontRef idx="minor">
            <a:schemeClr val="dk1"/>
          </a:fontRef>
        </p:style>
        <p:txBody>
          <a:bodyPr>
            <a:spAutoFit/>
          </a:bodyPr>
          <a:lstStyle/>
          <a:p>
            <a:pPr algn="ctr" eaLnBrk="1" hangingPunct="1">
              <a:buClr>
                <a:srgbClr val="FFCC66"/>
              </a:buClr>
              <a:defRPr/>
            </a:pPr>
            <a:r>
              <a:rPr lang="es-ES_tradnl" sz="4000" dirty="0">
                <a:latin typeface="Agency FB" panose="020B0503020202020204" pitchFamily="34" charset="0"/>
              </a:rPr>
              <a:t>7 nodos</a:t>
            </a:r>
          </a:p>
        </p:txBody>
      </p:sp>
      <p:sp>
        <p:nvSpPr>
          <p:cNvPr id="11" name="6 CuadroTexto">
            <a:extLst>
              <a:ext uri="{FF2B5EF4-FFF2-40B4-BE49-F238E27FC236}">
                <a16:creationId xmlns:a16="http://schemas.microsoft.com/office/drawing/2014/main" id="{DC74375D-FB6A-D01D-986B-A2B1D6E30BBA}"/>
              </a:ext>
            </a:extLst>
          </p:cNvPr>
          <p:cNvSpPr txBox="1"/>
          <p:nvPr/>
        </p:nvSpPr>
        <p:spPr bwMode="auto">
          <a:xfrm>
            <a:off x="5443538" y="5272088"/>
            <a:ext cx="6535737" cy="1477962"/>
          </a:xfrm>
          <a:prstGeom prst="rect">
            <a:avLst/>
          </a:prstGeom>
          <a:noFill/>
          <a:ln w="38100">
            <a:solidFill>
              <a:schemeClr val="accent6">
                <a:lumMod val="75000"/>
              </a:schemeClr>
            </a:solidFill>
            <a:prstDash val="sysDot"/>
          </a:ln>
        </p:spPr>
        <p:style>
          <a:lnRef idx="1">
            <a:schemeClr val="accent4"/>
          </a:lnRef>
          <a:fillRef idx="2">
            <a:schemeClr val="accent4"/>
          </a:fillRef>
          <a:effectRef idx="1">
            <a:schemeClr val="accent4"/>
          </a:effectRef>
          <a:fontRef idx="minor">
            <a:schemeClr val="dk1"/>
          </a:fontRef>
        </p:style>
        <p:txBody>
          <a:bodyPr>
            <a:spAutoFit/>
          </a:bodyPr>
          <a:lstStyle/>
          <a:p>
            <a:pPr algn="just" eaLnBrk="1" hangingPunct="1">
              <a:buClr>
                <a:srgbClr val="FFCC66"/>
              </a:buClr>
              <a:defRPr/>
            </a:pPr>
            <a:r>
              <a:rPr lang="es-ES" sz="3000" dirty="0">
                <a:latin typeface="Agency FB" panose="020B0503020202020204" pitchFamily="34" charset="0"/>
              </a:rPr>
              <a:t>Nuevamente puedo modificar el algoritmo que recorre el árbol para que cuente cada vez que pase por un nodo.</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1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esquinas diagonales redondeadas 4">
            <a:extLst>
              <a:ext uri="{FF2B5EF4-FFF2-40B4-BE49-F238E27FC236}">
                <a16:creationId xmlns:a16="http://schemas.microsoft.com/office/drawing/2014/main" id="{3AA3267A-0AF0-8762-F557-CA5B76A5AE5C}"/>
              </a:ext>
            </a:extLst>
          </p:cNvPr>
          <p:cNvSpPr/>
          <p:nvPr/>
        </p:nvSpPr>
        <p:spPr>
          <a:xfrm>
            <a:off x="263525" y="260350"/>
            <a:ext cx="11664950" cy="1152525"/>
          </a:xfrm>
          <a:prstGeom prst="round2Diag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6" name="CuadroTexto 5">
            <a:extLst>
              <a:ext uri="{FF2B5EF4-FFF2-40B4-BE49-F238E27FC236}">
                <a16:creationId xmlns:a16="http://schemas.microsoft.com/office/drawing/2014/main" id="{03E5E984-05B3-6037-548E-EACB389BEAE2}"/>
              </a:ext>
            </a:extLst>
          </p:cNvPr>
          <p:cNvSpPr txBox="1"/>
          <p:nvPr/>
        </p:nvSpPr>
        <p:spPr>
          <a:xfrm>
            <a:off x="334963" y="328613"/>
            <a:ext cx="10199687" cy="923925"/>
          </a:xfrm>
          <a:prstGeom prst="rect">
            <a:avLst/>
          </a:prstGeom>
          <a:noFill/>
        </p:spPr>
        <p:txBody>
          <a:bodyPr wrap="none">
            <a:spAutoFit/>
          </a:bodyPr>
          <a:lstStyle/>
          <a:p>
            <a:pPr>
              <a:defRPr/>
            </a:pPr>
            <a:r>
              <a:rPr lang="es-ES" sz="5400" b="1" dirty="0" err="1">
                <a:solidFill>
                  <a:schemeClr val="accent4"/>
                </a:solidFill>
                <a:latin typeface="Agency FB" panose="020B0503020202020204" pitchFamily="34" charset="0"/>
              </a:rPr>
              <a:t>Arbol</a:t>
            </a:r>
            <a:r>
              <a:rPr lang="es-ES" sz="5400" b="1" dirty="0">
                <a:solidFill>
                  <a:schemeClr val="accent4"/>
                </a:solidFill>
                <a:latin typeface="Agency FB" panose="020B0503020202020204" pitchFamily="34" charset="0"/>
              </a:rPr>
              <a:t> Binario de Búsqueda – Contar Nodos</a:t>
            </a:r>
            <a:endParaRPr lang="es-AR" sz="5400" b="1" dirty="0">
              <a:solidFill>
                <a:schemeClr val="accent4"/>
              </a:solidFill>
              <a:latin typeface="Agency FB" panose="020B0503020202020204" pitchFamily="34" charset="0"/>
            </a:endParaRPr>
          </a:p>
        </p:txBody>
      </p:sp>
      <p:sp>
        <p:nvSpPr>
          <p:cNvPr id="30724" name="Google Shape;342;p24">
            <a:extLst>
              <a:ext uri="{FF2B5EF4-FFF2-40B4-BE49-F238E27FC236}">
                <a16:creationId xmlns:a16="http://schemas.microsoft.com/office/drawing/2014/main" id="{A3713841-4AC7-EE4B-1011-C8D752AE02C5}"/>
              </a:ext>
            </a:extLst>
          </p:cNvPr>
          <p:cNvSpPr txBox="1">
            <a:spLocks noChangeArrowheads="1"/>
          </p:cNvSpPr>
          <p:nvPr/>
        </p:nvSpPr>
        <p:spPr bwMode="auto">
          <a:xfrm>
            <a:off x="282575" y="1703388"/>
            <a:ext cx="8837761" cy="489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25" rIns="92075" bIns="46025"/>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nSpc>
                <a:spcPct val="90000"/>
              </a:lnSpc>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Procedure </a:t>
            </a:r>
            <a:r>
              <a:rPr lang="en-US" altLang="es-AR" sz="2600" b="1" dirty="0" err="1">
                <a:solidFill>
                  <a:srgbClr val="FF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cantidad</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6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a:arbol</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var </a:t>
            </a:r>
            <a:r>
              <a:rPr lang="en-US" altLang="es-AR" sz="26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cant:integer</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endParaRPr lang="es-AR" altLang="es-AR" sz="2600" dirty="0">
              <a:solidFill>
                <a:srgbClr val="000000"/>
              </a:solidFill>
              <a:latin typeface="Consolas" panose="020B0609020204030204" pitchFamily="49" charset="0"/>
              <a:cs typeface="Arial" panose="020B0604020202020204" pitchFamily="34" charset="0"/>
              <a:sym typeface="Arial" panose="020B0604020202020204" pitchFamily="34" charset="0"/>
            </a:endParaRP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begin</a:t>
            </a: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if </a:t>
            </a:r>
            <a:r>
              <a:rPr lang="en-US" altLang="es-AR" sz="26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(a=nil)</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then </a:t>
            </a:r>
            <a:r>
              <a:rPr lang="en-US" altLang="es-AR" sz="26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cant:= 0</a:t>
            </a: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else </a:t>
            </a: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begin</a:t>
            </a: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cant:= cant + 1;</a:t>
            </a: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600" b="1" dirty="0" err="1">
                <a:solidFill>
                  <a:srgbClr val="FF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cantidad</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a:t>
            </a:r>
            <a:r>
              <a:rPr lang="en-US" altLang="es-AR" sz="26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HI,cant</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600" b="1" dirty="0" err="1">
                <a:solidFill>
                  <a:srgbClr val="FF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cantidad</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a:t>
            </a:r>
            <a:r>
              <a:rPr lang="en-US" altLang="es-AR" sz="26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HD,cant</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end;</a:t>
            </a: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end;</a:t>
            </a:r>
          </a:p>
        </p:txBody>
      </p:sp>
      <p:sp>
        <p:nvSpPr>
          <p:cNvPr id="2" name="6 CuadroTexto">
            <a:extLst>
              <a:ext uri="{FF2B5EF4-FFF2-40B4-BE49-F238E27FC236}">
                <a16:creationId xmlns:a16="http://schemas.microsoft.com/office/drawing/2014/main" id="{6606697A-6CEC-F17C-D20A-6685637F6DFF}"/>
              </a:ext>
            </a:extLst>
          </p:cNvPr>
          <p:cNvSpPr txBox="1"/>
          <p:nvPr/>
        </p:nvSpPr>
        <p:spPr bwMode="auto">
          <a:xfrm>
            <a:off x="5664200" y="5373688"/>
            <a:ext cx="3312120" cy="1200150"/>
          </a:xfrm>
          <a:prstGeom prst="rect">
            <a:avLst/>
          </a:prstGeom>
          <a:noFill/>
          <a:ln w="38100">
            <a:solidFill>
              <a:schemeClr val="bg1"/>
            </a:solidFill>
          </a:ln>
        </p:spPr>
        <p:style>
          <a:lnRef idx="1">
            <a:schemeClr val="accent4"/>
          </a:lnRef>
          <a:fillRef idx="2">
            <a:schemeClr val="accent4"/>
          </a:fillRef>
          <a:effectRef idx="1">
            <a:schemeClr val="accent4"/>
          </a:effectRef>
          <a:fontRef idx="minor">
            <a:schemeClr val="dk1"/>
          </a:fontRef>
        </p:style>
        <p:txBody>
          <a:bodyPr wrap="square">
            <a:spAutoFit/>
          </a:bodyPr>
          <a:lstStyle/>
          <a:p>
            <a:pPr algn="ctr" eaLnBrk="1" hangingPunct="1">
              <a:buClr>
                <a:srgbClr val="FFCC66"/>
              </a:buClr>
              <a:defRPr/>
            </a:pPr>
            <a:r>
              <a:rPr lang="es-ES_tradnl" sz="3600" dirty="0">
                <a:latin typeface="Agency FB" panose="020B0503020202020204" pitchFamily="34" charset="0"/>
              </a:rPr>
              <a:t>Cuál es el problema de esta solución?</a:t>
            </a:r>
          </a:p>
        </p:txBody>
      </p:sp>
      <p:sp>
        <p:nvSpPr>
          <p:cNvPr id="3" name="Signo de multiplicación 2">
            <a:extLst>
              <a:ext uri="{FF2B5EF4-FFF2-40B4-BE49-F238E27FC236}">
                <a16:creationId xmlns:a16="http://schemas.microsoft.com/office/drawing/2014/main" id="{E23FD5F8-762A-051D-1329-FC32558433BA}"/>
              </a:ext>
            </a:extLst>
          </p:cNvPr>
          <p:cNvSpPr/>
          <p:nvPr/>
        </p:nvSpPr>
        <p:spPr>
          <a:xfrm>
            <a:off x="6611205" y="4483100"/>
            <a:ext cx="1418109" cy="1200150"/>
          </a:xfrm>
          <a:prstGeom prst="mathMultiply">
            <a:avLst/>
          </a:prstGeom>
          <a:solidFill>
            <a:srgbClr val="FF0000"/>
          </a:solidFill>
          <a:ln w="571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grpSp>
        <p:nvGrpSpPr>
          <p:cNvPr id="4" name="Google Shape;124;p18">
            <a:extLst>
              <a:ext uri="{FF2B5EF4-FFF2-40B4-BE49-F238E27FC236}">
                <a16:creationId xmlns:a16="http://schemas.microsoft.com/office/drawing/2014/main" id="{8416B4D8-63D5-290A-D2F1-24DD587B8FCE}"/>
              </a:ext>
            </a:extLst>
          </p:cNvPr>
          <p:cNvGrpSpPr>
            <a:grpSpLocks/>
          </p:cNvGrpSpPr>
          <p:nvPr/>
        </p:nvGrpSpPr>
        <p:grpSpPr bwMode="auto">
          <a:xfrm>
            <a:off x="7903319" y="1703388"/>
            <a:ext cx="4097337" cy="2730503"/>
            <a:chOff x="497555" y="1412776"/>
            <a:chExt cx="4115987" cy="2927328"/>
          </a:xfrm>
        </p:grpSpPr>
        <p:grpSp>
          <p:nvGrpSpPr>
            <p:cNvPr id="15" name="Google Shape;126;p18">
              <a:extLst>
                <a:ext uri="{FF2B5EF4-FFF2-40B4-BE49-F238E27FC236}">
                  <a16:creationId xmlns:a16="http://schemas.microsoft.com/office/drawing/2014/main" id="{8BD637D8-0DDC-1C59-0842-28FE8CD36C8D}"/>
                </a:ext>
              </a:extLst>
            </p:cNvPr>
            <p:cNvGrpSpPr>
              <a:grpSpLocks/>
            </p:cNvGrpSpPr>
            <p:nvPr/>
          </p:nvGrpSpPr>
          <p:grpSpPr bwMode="auto">
            <a:xfrm>
              <a:off x="497555" y="1412776"/>
              <a:ext cx="4115987" cy="2927328"/>
              <a:chOff x="147639" y="1252014"/>
              <a:chExt cx="3136976" cy="2346876"/>
            </a:xfrm>
          </p:grpSpPr>
          <p:sp>
            <p:nvSpPr>
              <p:cNvPr id="18" name="Google Shape;127;p18">
                <a:extLst>
                  <a:ext uri="{FF2B5EF4-FFF2-40B4-BE49-F238E27FC236}">
                    <a16:creationId xmlns:a16="http://schemas.microsoft.com/office/drawing/2014/main" id="{B21FBDF0-507E-04AE-8228-888029E0BF46}"/>
                  </a:ext>
                </a:extLst>
              </p:cNvPr>
              <p:cNvSpPr>
                <a:spLocks noChangeArrowheads="1"/>
              </p:cNvSpPr>
              <p:nvPr/>
            </p:nvSpPr>
            <p:spPr bwMode="auto">
              <a:xfrm>
                <a:off x="1677842" y="1252014"/>
                <a:ext cx="545720" cy="590812"/>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19" name="Google Shape;128;p18">
                <a:extLst>
                  <a:ext uri="{FF2B5EF4-FFF2-40B4-BE49-F238E27FC236}">
                    <a16:creationId xmlns:a16="http://schemas.microsoft.com/office/drawing/2014/main" id="{B43C260A-5D3D-3E4A-1164-37C71D7E875D}"/>
                  </a:ext>
                </a:extLst>
              </p:cNvPr>
              <p:cNvSpPr>
                <a:spLocks noChangeArrowheads="1"/>
              </p:cNvSpPr>
              <p:nvPr/>
            </p:nvSpPr>
            <p:spPr bwMode="auto">
              <a:xfrm>
                <a:off x="825839" y="2153923"/>
                <a:ext cx="548150" cy="590813"/>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20" name="Google Shape;129;p18">
                <a:extLst>
                  <a:ext uri="{FF2B5EF4-FFF2-40B4-BE49-F238E27FC236}">
                    <a16:creationId xmlns:a16="http://schemas.microsoft.com/office/drawing/2014/main" id="{5C937843-D1EB-6F10-CB36-96A9BFD1EAEC}"/>
                  </a:ext>
                </a:extLst>
              </p:cNvPr>
              <p:cNvSpPr>
                <a:spLocks noChangeArrowheads="1"/>
              </p:cNvSpPr>
              <p:nvPr/>
            </p:nvSpPr>
            <p:spPr bwMode="auto">
              <a:xfrm>
                <a:off x="2738896" y="2108896"/>
                <a:ext cx="545719" cy="589448"/>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21" name="Google Shape;130;p18">
                <a:extLst>
                  <a:ext uri="{FF2B5EF4-FFF2-40B4-BE49-F238E27FC236}">
                    <a16:creationId xmlns:a16="http://schemas.microsoft.com/office/drawing/2014/main" id="{CB3C26EF-8340-D0C5-FA18-1FACF9413F90}"/>
                  </a:ext>
                </a:extLst>
              </p:cNvPr>
              <p:cNvSpPr>
                <a:spLocks noChangeArrowheads="1"/>
              </p:cNvSpPr>
              <p:nvPr/>
            </p:nvSpPr>
            <p:spPr bwMode="auto">
              <a:xfrm>
                <a:off x="147639" y="3001255"/>
                <a:ext cx="545719" cy="592177"/>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22" name="Google Shape;131;p18">
                <a:extLst>
                  <a:ext uri="{FF2B5EF4-FFF2-40B4-BE49-F238E27FC236}">
                    <a16:creationId xmlns:a16="http://schemas.microsoft.com/office/drawing/2014/main" id="{06A2BC2F-9C95-FBAC-79AA-73BCD465EC74}"/>
                  </a:ext>
                </a:extLst>
              </p:cNvPr>
              <p:cNvSpPr>
                <a:spLocks noChangeArrowheads="1"/>
              </p:cNvSpPr>
              <p:nvPr/>
            </p:nvSpPr>
            <p:spPr bwMode="auto">
              <a:xfrm>
                <a:off x="1347250" y="3008077"/>
                <a:ext cx="545720" cy="590813"/>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cxnSp>
            <p:nvCxnSpPr>
              <p:cNvPr id="24" name="Google Shape;133;p18">
                <a:extLst>
                  <a:ext uri="{FF2B5EF4-FFF2-40B4-BE49-F238E27FC236}">
                    <a16:creationId xmlns:a16="http://schemas.microsoft.com/office/drawing/2014/main" id="{7D9B229D-0096-806E-ADBC-B65D297E5A16}"/>
                  </a:ext>
                </a:extLst>
              </p:cNvPr>
              <p:cNvCxnSpPr>
                <a:cxnSpLocks noChangeShapeType="1"/>
              </p:cNvCxnSpPr>
              <p:nvPr/>
            </p:nvCxnSpPr>
            <p:spPr bwMode="auto">
              <a:xfrm flipH="1">
                <a:off x="1293772" y="1756865"/>
                <a:ext cx="465503" cy="483020"/>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25" name="Google Shape;134;p18">
                <a:extLst>
                  <a:ext uri="{FF2B5EF4-FFF2-40B4-BE49-F238E27FC236}">
                    <a16:creationId xmlns:a16="http://schemas.microsoft.com/office/drawing/2014/main" id="{61E17975-500E-C876-88B3-EFCDDF94EB99}"/>
                  </a:ext>
                </a:extLst>
              </p:cNvPr>
              <p:cNvCxnSpPr>
                <a:cxnSpLocks noChangeShapeType="1"/>
              </p:cNvCxnSpPr>
              <p:nvPr/>
            </p:nvCxnSpPr>
            <p:spPr bwMode="auto">
              <a:xfrm>
                <a:off x="2223562" y="1717295"/>
                <a:ext cx="595552" cy="477562"/>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26" name="Google Shape;135;p18">
                <a:extLst>
                  <a:ext uri="{FF2B5EF4-FFF2-40B4-BE49-F238E27FC236}">
                    <a16:creationId xmlns:a16="http://schemas.microsoft.com/office/drawing/2014/main" id="{09C4898D-08BB-A6C4-B4BC-A484CE4D29B8}"/>
                  </a:ext>
                </a:extLst>
              </p:cNvPr>
              <p:cNvCxnSpPr>
                <a:cxnSpLocks noChangeShapeType="1"/>
              </p:cNvCxnSpPr>
              <p:nvPr/>
            </p:nvCxnSpPr>
            <p:spPr bwMode="auto">
              <a:xfrm flipH="1">
                <a:off x="614357" y="2660139"/>
                <a:ext cx="358546" cy="427076"/>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27" name="Google Shape;136;p18">
                <a:extLst>
                  <a:ext uri="{FF2B5EF4-FFF2-40B4-BE49-F238E27FC236}">
                    <a16:creationId xmlns:a16="http://schemas.microsoft.com/office/drawing/2014/main" id="{DB00D8B4-7FA2-F2F2-BE74-FE3C308ADB89}"/>
                  </a:ext>
                </a:extLst>
              </p:cNvPr>
              <p:cNvCxnSpPr>
                <a:cxnSpLocks noChangeShapeType="1"/>
              </p:cNvCxnSpPr>
              <p:nvPr/>
            </p:nvCxnSpPr>
            <p:spPr bwMode="auto">
              <a:xfrm>
                <a:off x="1315649" y="2645130"/>
                <a:ext cx="303853" cy="362947"/>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grpSp>
        <p:sp>
          <p:nvSpPr>
            <p:cNvPr id="8" name="Google Shape;140;p18">
              <a:extLst>
                <a:ext uri="{FF2B5EF4-FFF2-40B4-BE49-F238E27FC236}">
                  <a16:creationId xmlns:a16="http://schemas.microsoft.com/office/drawing/2014/main" id="{0D405690-A910-B60E-2878-899C61D1B7FF}"/>
                </a:ext>
              </a:extLst>
            </p:cNvPr>
            <p:cNvSpPr txBox="1">
              <a:spLocks noChangeArrowheads="1"/>
            </p:cNvSpPr>
            <p:nvPr/>
          </p:nvSpPr>
          <p:spPr bwMode="auto">
            <a:xfrm>
              <a:off x="2610849" y="1531588"/>
              <a:ext cx="538151" cy="49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8</a:t>
              </a:r>
              <a:endParaRPr lang="es-AR" altLang="es-AR" sz="1400" dirty="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9" name="Google Shape;141;p18">
              <a:extLst>
                <a:ext uri="{FF2B5EF4-FFF2-40B4-BE49-F238E27FC236}">
                  <a16:creationId xmlns:a16="http://schemas.microsoft.com/office/drawing/2014/main" id="{16863A74-B1AD-05FF-CEA8-4AB80D16F959}"/>
                </a:ext>
              </a:extLst>
            </p:cNvPr>
            <p:cNvSpPr txBox="1">
              <a:spLocks noChangeArrowheads="1"/>
            </p:cNvSpPr>
            <p:nvPr/>
          </p:nvSpPr>
          <p:spPr bwMode="auto">
            <a:xfrm>
              <a:off x="4019641" y="2588463"/>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24</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12" name="Google Shape;144;p18">
              <a:extLst>
                <a:ext uri="{FF2B5EF4-FFF2-40B4-BE49-F238E27FC236}">
                  <a16:creationId xmlns:a16="http://schemas.microsoft.com/office/drawing/2014/main" id="{78B3568E-EBC0-9A33-5D79-38D4BFD4009A}"/>
                </a:ext>
              </a:extLst>
            </p:cNvPr>
            <p:cNvSpPr txBox="1">
              <a:spLocks noChangeArrowheads="1"/>
            </p:cNvSpPr>
            <p:nvPr/>
          </p:nvSpPr>
          <p:spPr bwMode="auto">
            <a:xfrm>
              <a:off x="1525401" y="2662748"/>
              <a:ext cx="538151" cy="49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5</a:t>
              </a:r>
              <a:endParaRPr lang="es-AR" altLang="es-AR" sz="1400" dirty="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13" name="Google Shape;145;p18">
              <a:extLst>
                <a:ext uri="{FF2B5EF4-FFF2-40B4-BE49-F238E27FC236}">
                  <a16:creationId xmlns:a16="http://schemas.microsoft.com/office/drawing/2014/main" id="{2BDEFCA5-4D66-5BB7-4FEE-53CB016BADB8}"/>
                </a:ext>
              </a:extLst>
            </p:cNvPr>
            <p:cNvSpPr txBox="1">
              <a:spLocks noChangeArrowheads="1"/>
            </p:cNvSpPr>
            <p:nvPr/>
          </p:nvSpPr>
          <p:spPr bwMode="auto">
            <a:xfrm>
              <a:off x="2163841" y="3732689"/>
              <a:ext cx="538151" cy="49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6</a:t>
              </a:r>
              <a:endParaRPr lang="es-AR" altLang="es-AR" sz="1400" dirty="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14" name="Google Shape;146;p18">
              <a:extLst>
                <a:ext uri="{FF2B5EF4-FFF2-40B4-BE49-F238E27FC236}">
                  <a16:creationId xmlns:a16="http://schemas.microsoft.com/office/drawing/2014/main" id="{F56DAE4B-227C-D4A4-DCD5-BF2FCE0BBE6C}"/>
                </a:ext>
              </a:extLst>
            </p:cNvPr>
            <p:cNvSpPr txBox="1">
              <a:spLocks noChangeArrowheads="1"/>
            </p:cNvSpPr>
            <p:nvPr/>
          </p:nvSpPr>
          <p:spPr bwMode="auto">
            <a:xfrm>
              <a:off x="661305" y="3727872"/>
              <a:ext cx="538151" cy="49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3</a:t>
              </a:r>
              <a:endParaRPr lang="es-AR" altLang="es-AR" sz="1400" dirty="0">
                <a:solidFill>
                  <a:srgbClr val="000000"/>
                </a:solidFill>
                <a:latin typeface="Arial" panose="020B0604020202020204" pitchFamily="34" charset="0"/>
                <a:cs typeface="Arial" panose="020B0604020202020204" pitchFamily="34" charset="0"/>
                <a:sym typeface="Arial" panose="020B0604020202020204" pitchFamily="34" charset="0"/>
              </a:endParaRPr>
            </a:p>
          </p:txBody>
        </p:sp>
      </p:grpSp>
      <p:sp>
        <p:nvSpPr>
          <p:cNvPr id="29" name="Google Shape;123;p18">
            <a:extLst>
              <a:ext uri="{FF2B5EF4-FFF2-40B4-BE49-F238E27FC236}">
                <a16:creationId xmlns:a16="http://schemas.microsoft.com/office/drawing/2014/main" id="{58C669C0-A872-B346-F310-38438954B3BF}"/>
              </a:ext>
            </a:extLst>
          </p:cNvPr>
          <p:cNvSpPr txBox="1">
            <a:spLocks noChangeArrowheads="1"/>
          </p:cNvSpPr>
          <p:nvPr/>
        </p:nvSpPr>
        <p:spPr bwMode="auto">
          <a:xfrm>
            <a:off x="10686206" y="1546226"/>
            <a:ext cx="60166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200"/>
              <a:buFont typeface="Consolas" panose="020B0609020204030204" pitchFamily="49" charset="0"/>
              <a:buNone/>
            </a:pPr>
            <a:r>
              <a:rPr lang="en-US" altLang="es-AR" sz="3000" b="1">
                <a:solidFill>
                  <a:srgbClr val="FFC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a:t>
            </a:r>
            <a:endParaRPr lang="es-AR" altLang="es-AR" sz="30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31" name="Google Shape;342;p24">
            <a:extLst>
              <a:ext uri="{FF2B5EF4-FFF2-40B4-BE49-F238E27FC236}">
                <a16:creationId xmlns:a16="http://schemas.microsoft.com/office/drawing/2014/main" id="{216F0A75-7163-B0BE-756E-6C4A31E3A673}"/>
              </a:ext>
            </a:extLst>
          </p:cNvPr>
          <p:cNvSpPr txBox="1">
            <a:spLocks noChangeArrowheads="1"/>
          </p:cNvSpPr>
          <p:nvPr/>
        </p:nvSpPr>
        <p:spPr bwMode="auto">
          <a:xfrm>
            <a:off x="10097768" y="4660900"/>
            <a:ext cx="2029021"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25" rIns="92075" bIns="46025"/>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nSpc>
                <a:spcPct val="90000"/>
              </a:lnSpc>
              <a:buClr>
                <a:srgbClr val="000000"/>
              </a:buClr>
              <a:buSzPts val="2200"/>
              <a:buFont typeface="Consolas" panose="020B0609020204030204" pitchFamily="49" charset="0"/>
              <a:buNone/>
            </a:pPr>
            <a:r>
              <a:rPr lang="es-ES" altLang="es-AR" sz="20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 = 8 </a:t>
            </a:r>
            <a:r>
              <a:rPr lang="es-ES" altLang="es-AR" sz="20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cant</a:t>
            </a:r>
            <a:r>
              <a:rPr lang="es-ES" altLang="es-AR" sz="20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0</a:t>
            </a:r>
          </a:p>
        </p:txBody>
      </p:sp>
      <p:sp>
        <p:nvSpPr>
          <p:cNvPr id="33" name="Google Shape;342;p24">
            <a:extLst>
              <a:ext uri="{FF2B5EF4-FFF2-40B4-BE49-F238E27FC236}">
                <a16:creationId xmlns:a16="http://schemas.microsoft.com/office/drawing/2014/main" id="{50692DA3-059E-93E7-1084-E529E2EBDD0E}"/>
              </a:ext>
            </a:extLst>
          </p:cNvPr>
          <p:cNvSpPr txBox="1">
            <a:spLocks noChangeArrowheads="1"/>
          </p:cNvSpPr>
          <p:nvPr/>
        </p:nvSpPr>
        <p:spPr bwMode="auto">
          <a:xfrm>
            <a:off x="10097767" y="5154612"/>
            <a:ext cx="2029021"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25" rIns="92075" bIns="46025"/>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nSpc>
                <a:spcPct val="90000"/>
              </a:lnSpc>
              <a:buClr>
                <a:srgbClr val="000000"/>
              </a:buClr>
              <a:buSzPts val="2200"/>
              <a:buFont typeface="Consolas" panose="020B0609020204030204" pitchFamily="49" charset="0"/>
              <a:buNone/>
            </a:pPr>
            <a:r>
              <a:rPr lang="es-ES" altLang="es-AR" sz="20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 = 5 </a:t>
            </a:r>
            <a:r>
              <a:rPr lang="es-ES" altLang="es-AR" sz="20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cant</a:t>
            </a:r>
            <a:r>
              <a:rPr lang="es-ES" altLang="es-AR" sz="20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1</a:t>
            </a:r>
          </a:p>
        </p:txBody>
      </p:sp>
      <p:sp>
        <p:nvSpPr>
          <p:cNvPr id="35" name="Google Shape;342;p24">
            <a:extLst>
              <a:ext uri="{FF2B5EF4-FFF2-40B4-BE49-F238E27FC236}">
                <a16:creationId xmlns:a16="http://schemas.microsoft.com/office/drawing/2014/main" id="{4873BE12-403E-95A6-1609-ECF794502985}"/>
              </a:ext>
            </a:extLst>
          </p:cNvPr>
          <p:cNvSpPr txBox="1">
            <a:spLocks noChangeArrowheads="1"/>
          </p:cNvSpPr>
          <p:nvPr/>
        </p:nvSpPr>
        <p:spPr bwMode="auto">
          <a:xfrm>
            <a:off x="10097766" y="5602286"/>
            <a:ext cx="2029021"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25" rIns="92075" bIns="46025"/>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nSpc>
                <a:spcPct val="90000"/>
              </a:lnSpc>
              <a:buClr>
                <a:srgbClr val="000000"/>
              </a:buClr>
              <a:buSzPts val="2200"/>
              <a:buFont typeface="Consolas" panose="020B0609020204030204" pitchFamily="49" charset="0"/>
              <a:buNone/>
            </a:pPr>
            <a:r>
              <a:rPr lang="es-ES" altLang="es-AR" sz="20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 = 3 </a:t>
            </a:r>
            <a:r>
              <a:rPr lang="es-ES" altLang="es-AR" sz="20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cant</a:t>
            </a:r>
            <a:r>
              <a:rPr lang="es-ES" altLang="es-AR" sz="20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2</a:t>
            </a:r>
          </a:p>
        </p:txBody>
      </p:sp>
      <p:sp>
        <p:nvSpPr>
          <p:cNvPr id="37" name="Google Shape;342;p24">
            <a:extLst>
              <a:ext uri="{FF2B5EF4-FFF2-40B4-BE49-F238E27FC236}">
                <a16:creationId xmlns:a16="http://schemas.microsoft.com/office/drawing/2014/main" id="{AC1D0E20-C16E-845A-49DD-4181C5B061F2}"/>
              </a:ext>
            </a:extLst>
          </p:cNvPr>
          <p:cNvSpPr txBox="1">
            <a:spLocks noChangeArrowheads="1"/>
          </p:cNvSpPr>
          <p:nvPr/>
        </p:nvSpPr>
        <p:spPr bwMode="auto">
          <a:xfrm>
            <a:off x="9027867" y="6078848"/>
            <a:ext cx="1316606" cy="586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25" rIns="92075" bIns="46025"/>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nSpc>
                <a:spcPct val="90000"/>
              </a:lnSpc>
              <a:buClr>
                <a:srgbClr val="000000"/>
              </a:buClr>
              <a:buSzPts val="2200"/>
              <a:buFont typeface="Consolas" panose="020B0609020204030204" pitchFamily="49" charset="0"/>
              <a:buNone/>
            </a:pPr>
            <a:r>
              <a:rPr lang="es-ES" altLang="es-AR" sz="20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 = </a:t>
            </a:r>
            <a:r>
              <a:rPr lang="es-ES" altLang="es-AR" sz="20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nil</a:t>
            </a:r>
            <a:r>
              <a:rPr lang="es-ES" altLang="es-AR" sz="20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p>
          <a:p>
            <a:pPr>
              <a:lnSpc>
                <a:spcPct val="90000"/>
              </a:lnSpc>
              <a:buClr>
                <a:srgbClr val="000000"/>
              </a:buClr>
              <a:buSzPts val="2200"/>
              <a:buFont typeface="Consolas" panose="020B0609020204030204" pitchFamily="49" charset="0"/>
              <a:buNone/>
            </a:pPr>
            <a:r>
              <a:rPr lang="es-ES" altLang="es-AR" sz="20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cant</a:t>
            </a:r>
            <a:r>
              <a:rPr lang="es-ES" altLang="es-AR" sz="20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3</a:t>
            </a:r>
          </a:p>
        </p:txBody>
      </p:sp>
      <p:sp>
        <p:nvSpPr>
          <p:cNvPr id="39" name="Google Shape;342;p24">
            <a:extLst>
              <a:ext uri="{FF2B5EF4-FFF2-40B4-BE49-F238E27FC236}">
                <a16:creationId xmlns:a16="http://schemas.microsoft.com/office/drawing/2014/main" id="{AF23955B-DBC7-7B62-4B12-D7B01FED1FC8}"/>
              </a:ext>
            </a:extLst>
          </p:cNvPr>
          <p:cNvSpPr txBox="1">
            <a:spLocks noChangeArrowheads="1"/>
          </p:cNvSpPr>
          <p:nvPr/>
        </p:nvSpPr>
        <p:spPr bwMode="auto">
          <a:xfrm>
            <a:off x="10628553" y="6155260"/>
            <a:ext cx="1316606" cy="586108"/>
          </a:xfrm>
          <a:prstGeom prst="rect">
            <a:avLst/>
          </a:prstGeom>
          <a:noFill/>
          <a:ln w="19050">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92075" tIns="46025" rIns="92075" bIns="46025"/>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nSpc>
                <a:spcPct val="90000"/>
              </a:lnSpc>
              <a:buClr>
                <a:srgbClr val="000000"/>
              </a:buClr>
              <a:buSzPts val="2200"/>
              <a:buFont typeface="Consolas" panose="020B0609020204030204" pitchFamily="49" charset="0"/>
              <a:buNone/>
            </a:pPr>
            <a:r>
              <a:rPr lang="es-ES" altLang="es-AR" sz="20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cant</a:t>
            </a:r>
            <a:r>
              <a:rPr lang="es-ES" altLang="es-AR" sz="20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0</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wipe(left)">
                                      <p:cBhvr>
                                        <p:cTn id="19" dur="1500"/>
                                        <p:tgtEl>
                                          <p:spTgt spid="3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wipe(left)">
                                      <p:cBhvr>
                                        <p:cTn id="24" dur="1500"/>
                                        <p:tgtEl>
                                          <p:spTgt spid="3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5"/>
                                        </p:tgtEl>
                                        <p:attrNameLst>
                                          <p:attrName>style.visibility</p:attrName>
                                        </p:attrNameLst>
                                      </p:cBhvr>
                                      <p:to>
                                        <p:strVal val="visible"/>
                                      </p:to>
                                    </p:set>
                                    <p:animEffect transition="in" filter="wipe(left)">
                                      <p:cBhvr>
                                        <p:cTn id="29" dur="1500"/>
                                        <p:tgtEl>
                                          <p:spTgt spid="3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wipe(left)">
                                      <p:cBhvr>
                                        <p:cTn id="34" dur="1750"/>
                                        <p:tgtEl>
                                          <p:spTgt spid="3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wipe(left)">
                                      <p:cBhvr>
                                        <p:cTn id="39" dur="1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1" grpId="0"/>
      <p:bldP spid="33" grpId="0"/>
      <p:bldP spid="35" grpId="0"/>
      <p:bldP spid="37" grpId="0"/>
      <p:bldP spid="3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C95E7-A57D-6F0C-C596-6C8A2694CA9E}"/>
            </a:ext>
          </a:extLst>
        </p:cNvPr>
        <p:cNvGrpSpPr/>
        <p:nvPr/>
      </p:nvGrpSpPr>
      <p:grpSpPr>
        <a:xfrm>
          <a:off x="0" y="0"/>
          <a:ext cx="0" cy="0"/>
          <a:chOff x="0" y="0"/>
          <a:chExt cx="0" cy="0"/>
        </a:xfrm>
      </p:grpSpPr>
      <p:sp>
        <p:nvSpPr>
          <p:cNvPr id="5" name="Rectángulo: esquinas diagonales redondeadas 4">
            <a:extLst>
              <a:ext uri="{FF2B5EF4-FFF2-40B4-BE49-F238E27FC236}">
                <a16:creationId xmlns:a16="http://schemas.microsoft.com/office/drawing/2014/main" id="{6BCCB0AE-EF1D-5F2C-8A0E-18C63ABF2245}"/>
              </a:ext>
            </a:extLst>
          </p:cNvPr>
          <p:cNvSpPr/>
          <p:nvPr/>
        </p:nvSpPr>
        <p:spPr>
          <a:xfrm>
            <a:off x="263525" y="260350"/>
            <a:ext cx="11664950" cy="1152525"/>
          </a:xfrm>
          <a:prstGeom prst="round2Diag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6" name="CuadroTexto 5">
            <a:extLst>
              <a:ext uri="{FF2B5EF4-FFF2-40B4-BE49-F238E27FC236}">
                <a16:creationId xmlns:a16="http://schemas.microsoft.com/office/drawing/2014/main" id="{D5797AF3-21D7-568A-BD62-149A26B13DA5}"/>
              </a:ext>
            </a:extLst>
          </p:cNvPr>
          <p:cNvSpPr txBox="1"/>
          <p:nvPr/>
        </p:nvSpPr>
        <p:spPr>
          <a:xfrm>
            <a:off x="334963" y="328613"/>
            <a:ext cx="10199687" cy="923925"/>
          </a:xfrm>
          <a:prstGeom prst="rect">
            <a:avLst/>
          </a:prstGeom>
          <a:noFill/>
        </p:spPr>
        <p:txBody>
          <a:bodyPr wrap="none">
            <a:spAutoFit/>
          </a:bodyPr>
          <a:lstStyle/>
          <a:p>
            <a:pPr>
              <a:defRPr/>
            </a:pPr>
            <a:r>
              <a:rPr lang="es-ES" sz="5400" b="1" dirty="0" err="1">
                <a:solidFill>
                  <a:schemeClr val="accent4"/>
                </a:solidFill>
                <a:latin typeface="Agency FB" panose="020B0503020202020204" pitchFamily="34" charset="0"/>
              </a:rPr>
              <a:t>Arbol</a:t>
            </a:r>
            <a:r>
              <a:rPr lang="es-ES" sz="5400" b="1" dirty="0">
                <a:solidFill>
                  <a:schemeClr val="accent4"/>
                </a:solidFill>
                <a:latin typeface="Agency FB" panose="020B0503020202020204" pitchFamily="34" charset="0"/>
              </a:rPr>
              <a:t> Binario de Búsqueda – Contar Nodos</a:t>
            </a:r>
            <a:endParaRPr lang="es-AR" sz="5400" b="1" dirty="0">
              <a:solidFill>
                <a:schemeClr val="accent4"/>
              </a:solidFill>
              <a:latin typeface="Agency FB" panose="020B0503020202020204" pitchFamily="34" charset="0"/>
            </a:endParaRPr>
          </a:p>
        </p:txBody>
      </p:sp>
      <p:sp>
        <p:nvSpPr>
          <p:cNvPr id="30724" name="Google Shape;342;p24">
            <a:extLst>
              <a:ext uri="{FF2B5EF4-FFF2-40B4-BE49-F238E27FC236}">
                <a16:creationId xmlns:a16="http://schemas.microsoft.com/office/drawing/2014/main" id="{C555F449-90B2-4A60-2225-2AAA510F4328}"/>
              </a:ext>
            </a:extLst>
          </p:cNvPr>
          <p:cNvSpPr txBox="1">
            <a:spLocks noChangeArrowheads="1"/>
          </p:cNvSpPr>
          <p:nvPr/>
        </p:nvSpPr>
        <p:spPr bwMode="auto">
          <a:xfrm>
            <a:off x="282575" y="1703388"/>
            <a:ext cx="8837761" cy="489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25" rIns="92075" bIns="46025"/>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nSpc>
                <a:spcPct val="90000"/>
              </a:lnSpc>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Procedure </a:t>
            </a:r>
            <a:r>
              <a:rPr lang="en-US" altLang="es-AR" sz="2600" b="1" dirty="0" err="1">
                <a:solidFill>
                  <a:srgbClr val="FF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cantidad</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6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a:arbol</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var </a:t>
            </a:r>
            <a:r>
              <a:rPr lang="en-US" altLang="es-AR" sz="26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cant:integer</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p>
          <a:p>
            <a:pPr>
              <a:lnSpc>
                <a:spcPct val="90000"/>
              </a:lnSpc>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cs typeface="Arial" panose="020B0604020202020204" pitchFamily="34" charset="0"/>
                <a:sym typeface="Consolas" panose="020B0609020204030204" pitchFamily="49" charset="0"/>
              </a:rPr>
              <a:t> </a:t>
            </a:r>
          </a:p>
          <a:p>
            <a:pPr>
              <a:lnSpc>
                <a:spcPct val="90000"/>
              </a:lnSpc>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cs typeface="Arial" panose="020B0604020202020204" pitchFamily="34" charset="0"/>
                <a:sym typeface="Consolas" panose="020B0609020204030204" pitchFamily="49" charset="0"/>
              </a:rPr>
              <a:t> begin</a:t>
            </a:r>
            <a:endParaRPr lang="es-AR" altLang="es-AR" sz="2600" dirty="0">
              <a:solidFill>
                <a:srgbClr val="000000"/>
              </a:solidFill>
              <a:latin typeface="Consolas" panose="020B0609020204030204" pitchFamily="49" charset="0"/>
              <a:cs typeface="Arial" panose="020B0604020202020204" pitchFamily="34" charset="0"/>
              <a:sym typeface="Arial" panose="020B0604020202020204" pitchFamily="34" charset="0"/>
            </a:endParaRP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if </a:t>
            </a:r>
            <a:r>
              <a:rPr lang="en-US" altLang="es-AR" sz="26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 &lt;&gt; nil)</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then  </a:t>
            </a: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begin</a:t>
            </a: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cant:= cant + 1;</a:t>
            </a: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600" b="1" dirty="0" err="1">
                <a:solidFill>
                  <a:srgbClr val="FF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cantidad</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a:t>
            </a:r>
            <a:r>
              <a:rPr lang="en-US" altLang="es-AR" sz="26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HI,cant</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600" b="1" dirty="0" err="1">
                <a:solidFill>
                  <a:srgbClr val="FF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cantidad</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a:t>
            </a:r>
            <a:r>
              <a:rPr lang="en-US" altLang="es-AR" sz="26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HD,cant</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end;</a:t>
            </a: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end;</a:t>
            </a:r>
          </a:p>
        </p:txBody>
      </p:sp>
      <p:sp>
        <p:nvSpPr>
          <p:cNvPr id="2" name="6 CuadroTexto">
            <a:extLst>
              <a:ext uri="{FF2B5EF4-FFF2-40B4-BE49-F238E27FC236}">
                <a16:creationId xmlns:a16="http://schemas.microsoft.com/office/drawing/2014/main" id="{1AE3A485-5B3B-E23A-FCCA-3BABEFA35476}"/>
              </a:ext>
            </a:extLst>
          </p:cNvPr>
          <p:cNvSpPr txBox="1"/>
          <p:nvPr/>
        </p:nvSpPr>
        <p:spPr bwMode="auto">
          <a:xfrm>
            <a:off x="8526910" y="5301212"/>
            <a:ext cx="3312120" cy="1200329"/>
          </a:xfrm>
          <a:prstGeom prst="rect">
            <a:avLst/>
          </a:prstGeom>
          <a:noFill/>
          <a:ln w="38100">
            <a:solidFill>
              <a:schemeClr val="bg1"/>
            </a:solidFill>
          </a:ln>
        </p:spPr>
        <p:style>
          <a:lnRef idx="1">
            <a:schemeClr val="accent4"/>
          </a:lnRef>
          <a:fillRef idx="2">
            <a:schemeClr val="accent4"/>
          </a:fillRef>
          <a:effectRef idx="1">
            <a:schemeClr val="accent4"/>
          </a:effectRef>
          <a:fontRef idx="minor">
            <a:schemeClr val="dk1"/>
          </a:fontRef>
        </p:style>
        <p:txBody>
          <a:bodyPr wrap="square">
            <a:spAutoFit/>
          </a:bodyPr>
          <a:lstStyle/>
          <a:p>
            <a:pPr algn="ctr" eaLnBrk="1" hangingPunct="1">
              <a:buClr>
                <a:srgbClr val="FFCC66"/>
              </a:buClr>
              <a:defRPr/>
            </a:pPr>
            <a:r>
              <a:rPr lang="es-ES_tradnl" sz="3600" dirty="0">
                <a:latin typeface="Agency FB" panose="020B0503020202020204" pitchFamily="34" charset="0"/>
              </a:rPr>
              <a:t>Puedo hacerlo función?</a:t>
            </a:r>
          </a:p>
        </p:txBody>
      </p:sp>
      <p:grpSp>
        <p:nvGrpSpPr>
          <p:cNvPr id="4" name="Google Shape;124;p18">
            <a:extLst>
              <a:ext uri="{FF2B5EF4-FFF2-40B4-BE49-F238E27FC236}">
                <a16:creationId xmlns:a16="http://schemas.microsoft.com/office/drawing/2014/main" id="{B7C559C4-1C08-832A-2913-90B728BDA872}"/>
              </a:ext>
            </a:extLst>
          </p:cNvPr>
          <p:cNvGrpSpPr>
            <a:grpSpLocks/>
          </p:cNvGrpSpPr>
          <p:nvPr/>
        </p:nvGrpSpPr>
        <p:grpSpPr bwMode="auto">
          <a:xfrm>
            <a:off x="7903319" y="1703388"/>
            <a:ext cx="4097337" cy="2730503"/>
            <a:chOff x="497555" y="1412776"/>
            <a:chExt cx="4115987" cy="2927328"/>
          </a:xfrm>
        </p:grpSpPr>
        <p:grpSp>
          <p:nvGrpSpPr>
            <p:cNvPr id="15" name="Google Shape;126;p18">
              <a:extLst>
                <a:ext uri="{FF2B5EF4-FFF2-40B4-BE49-F238E27FC236}">
                  <a16:creationId xmlns:a16="http://schemas.microsoft.com/office/drawing/2014/main" id="{FA9E864D-0320-2B3E-F998-81161C7A2AC7}"/>
                </a:ext>
              </a:extLst>
            </p:cNvPr>
            <p:cNvGrpSpPr>
              <a:grpSpLocks/>
            </p:cNvGrpSpPr>
            <p:nvPr/>
          </p:nvGrpSpPr>
          <p:grpSpPr bwMode="auto">
            <a:xfrm>
              <a:off x="497555" y="1412776"/>
              <a:ext cx="4115987" cy="2927328"/>
              <a:chOff x="147639" y="1252014"/>
              <a:chExt cx="3136976" cy="2346876"/>
            </a:xfrm>
          </p:grpSpPr>
          <p:sp>
            <p:nvSpPr>
              <p:cNvPr id="18" name="Google Shape;127;p18">
                <a:extLst>
                  <a:ext uri="{FF2B5EF4-FFF2-40B4-BE49-F238E27FC236}">
                    <a16:creationId xmlns:a16="http://schemas.microsoft.com/office/drawing/2014/main" id="{8D311D54-BC6F-6500-9170-BDA5B969A0ED}"/>
                  </a:ext>
                </a:extLst>
              </p:cNvPr>
              <p:cNvSpPr>
                <a:spLocks noChangeArrowheads="1"/>
              </p:cNvSpPr>
              <p:nvPr/>
            </p:nvSpPr>
            <p:spPr bwMode="auto">
              <a:xfrm>
                <a:off x="1677842" y="1252014"/>
                <a:ext cx="545720" cy="590812"/>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19" name="Google Shape;128;p18">
                <a:extLst>
                  <a:ext uri="{FF2B5EF4-FFF2-40B4-BE49-F238E27FC236}">
                    <a16:creationId xmlns:a16="http://schemas.microsoft.com/office/drawing/2014/main" id="{B98B285E-4897-37F4-8B0F-F6A72F5B4353}"/>
                  </a:ext>
                </a:extLst>
              </p:cNvPr>
              <p:cNvSpPr>
                <a:spLocks noChangeArrowheads="1"/>
              </p:cNvSpPr>
              <p:nvPr/>
            </p:nvSpPr>
            <p:spPr bwMode="auto">
              <a:xfrm>
                <a:off x="825839" y="2153923"/>
                <a:ext cx="548150" cy="590813"/>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20" name="Google Shape;129;p18">
                <a:extLst>
                  <a:ext uri="{FF2B5EF4-FFF2-40B4-BE49-F238E27FC236}">
                    <a16:creationId xmlns:a16="http://schemas.microsoft.com/office/drawing/2014/main" id="{4656ED76-1561-CB8F-9341-C18312C90E51}"/>
                  </a:ext>
                </a:extLst>
              </p:cNvPr>
              <p:cNvSpPr>
                <a:spLocks noChangeArrowheads="1"/>
              </p:cNvSpPr>
              <p:nvPr/>
            </p:nvSpPr>
            <p:spPr bwMode="auto">
              <a:xfrm>
                <a:off x="2738896" y="2108896"/>
                <a:ext cx="545719" cy="589448"/>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21" name="Google Shape;130;p18">
                <a:extLst>
                  <a:ext uri="{FF2B5EF4-FFF2-40B4-BE49-F238E27FC236}">
                    <a16:creationId xmlns:a16="http://schemas.microsoft.com/office/drawing/2014/main" id="{3C2AFF8D-35C7-E5C2-F697-FCAA8EFF39B1}"/>
                  </a:ext>
                </a:extLst>
              </p:cNvPr>
              <p:cNvSpPr>
                <a:spLocks noChangeArrowheads="1"/>
              </p:cNvSpPr>
              <p:nvPr/>
            </p:nvSpPr>
            <p:spPr bwMode="auto">
              <a:xfrm>
                <a:off x="147639" y="3001255"/>
                <a:ext cx="545719" cy="592177"/>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22" name="Google Shape;131;p18">
                <a:extLst>
                  <a:ext uri="{FF2B5EF4-FFF2-40B4-BE49-F238E27FC236}">
                    <a16:creationId xmlns:a16="http://schemas.microsoft.com/office/drawing/2014/main" id="{6D8EC189-D8C2-E691-4DA2-0BF2032C7323}"/>
                  </a:ext>
                </a:extLst>
              </p:cNvPr>
              <p:cNvSpPr>
                <a:spLocks noChangeArrowheads="1"/>
              </p:cNvSpPr>
              <p:nvPr/>
            </p:nvSpPr>
            <p:spPr bwMode="auto">
              <a:xfrm>
                <a:off x="1347250" y="3008077"/>
                <a:ext cx="545720" cy="590813"/>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cxnSp>
            <p:nvCxnSpPr>
              <p:cNvPr id="24" name="Google Shape;133;p18">
                <a:extLst>
                  <a:ext uri="{FF2B5EF4-FFF2-40B4-BE49-F238E27FC236}">
                    <a16:creationId xmlns:a16="http://schemas.microsoft.com/office/drawing/2014/main" id="{70FD73CC-A730-BBD6-382D-3EFDAC85FDFF}"/>
                  </a:ext>
                </a:extLst>
              </p:cNvPr>
              <p:cNvCxnSpPr>
                <a:cxnSpLocks noChangeShapeType="1"/>
              </p:cNvCxnSpPr>
              <p:nvPr/>
            </p:nvCxnSpPr>
            <p:spPr bwMode="auto">
              <a:xfrm flipH="1">
                <a:off x="1293772" y="1756865"/>
                <a:ext cx="465503" cy="483020"/>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25" name="Google Shape;134;p18">
                <a:extLst>
                  <a:ext uri="{FF2B5EF4-FFF2-40B4-BE49-F238E27FC236}">
                    <a16:creationId xmlns:a16="http://schemas.microsoft.com/office/drawing/2014/main" id="{6132DF06-4182-E1F4-2379-99ADE83E3D4E}"/>
                  </a:ext>
                </a:extLst>
              </p:cNvPr>
              <p:cNvCxnSpPr>
                <a:cxnSpLocks noChangeShapeType="1"/>
              </p:cNvCxnSpPr>
              <p:nvPr/>
            </p:nvCxnSpPr>
            <p:spPr bwMode="auto">
              <a:xfrm>
                <a:off x="2223562" y="1717295"/>
                <a:ext cx="595552" cy="477562"/>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26" name="Google Shape;135;p18">
                <a:extLst>
                  <a:ext uri="{FF2B5EF4-FFF2-40B4-BE49-F238E27FC236}">
                    <a16:creationId xmlns:a16="http://schemas.microsoft.com/office/drawing/2014/main" id="{518FEB40-5366-198A-1851-1E058366A8EF}"/>
                  </a:ext>
                </a:extLst>
              </p:cNvPr>
              <p:cNvCxnSpPr>
                <a:cxnSpLocks noChangeShapeType="1"/>
              </p:cNvCxnSpPr>
              <p:nvPr/>
            </p:nvCxnSpPr>
            <p:spPr bwMode="auto">
              <a:xfrm flipH="1">
                <a:off x="614357" y="2660139"/>
                <a:ext cx="358546" cy="427076"/>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27" name="Google Shape;136;p18">
                <a:extLst>
                  <a:ext uri="{FF2B5EF4-FFF2-40B4-BE49-F238E27FC236}">
                    <a16:creationId xmlns:a16="http://schemas.microsoft.com/office/drawing/2014/main" id="{26ABF99E-1F12-39CB-18F9-61CEB8C1F20B}"/>
                  </a:ext>
                </a:extLst>
              </p:cNvPr>
              <p:cNvCxnSpPr>
                <a:cxnSpLocks noChangeShapeType="1"/>
              </p:cNvCxnSpPr>
              <p:nvPr/>
            </p:nvCxnSpPr>
            <p:spPr bwMode="auto">
              <a:xfrm>
                <a:off x="1315649" y="2645130"/>
                <a:ext cx="303853" cy="362947"/>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grpSp>
        <p:sp>
          <p:nvSpPr>
            <p:cNvPr id="8" name="Google Shape;140;p18">
              <a:extLst>
                <a:ext uri="{FF2B5EF4-FFF2-40B4-BE49-F238E27FC236}">
                  <a16:creationId xmlns:a16="http://schemas.microsoft.com/office/drawing/2014/main" id="{5C034B22-ABB4-6751-C10A-D78B1E983073}"/>
                </a:ext>
              </a:extLst>
            </p:cNvPr>
            <p:cNvSpPr txBox="1">
              <a:spLocks noChangeArrowheads="1"/>
            </p:cNvSpPr>
            <p:nvPr/>
          </p:nvSpPr>
          <p:spPr bwMode="auto">
            <a:xfrm>
              <a:off x="2610849" y="1531588"/>
              <a:ext cx="538151" cy="49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8</a:t>
              </a:r>
              <a:endParaRPr lang="es-AR" altLang="es-AR" sz="1400" dirty="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9" name="Google Shape;141;p18">
              <a:extLst>
                <a:ext uri="{FF2B5EF4-FFF2-40B4-BE49-F238E27FC236}">
                  <a16:creationId xmlns:a16="http://schemas.microsoft.com/office/drawing/2014/main" id="{02FDBF9A-9C4D-29F7-BF36-F27E76022E36}"/>
                </a:ext>
              </a:extLst>
            </p:cNvPr>
            <p:cNvSpPr txBox="1">
              <a:spLocks noChangeArrowheads="1"/>
            </p:cNvSpPr>
            <p:nvPr/>
          </p:nvSpPr>
          <p:spPr bwMode="auto">
            <a:xfrm>
              <a:off x="4019641" y="2588463"/>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24</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12" name="Google Shape;144;p18">
              <a:extLst>
                <a:ext uri="{FF2B5EF4-FFF2-40B4-BE49-F238E27FC236}">
                  <a16:creationId xmlns:a16="http://schemas.microsoft.com/office/drawing/2014/main" id="{F5D21028-F307-5AC3-E4B5-28D75050506B}"/>
                </a:ext>
              </a:extLst>
            </p:cNvPr>
            <p:cNvSpPr txBox="1">
              <a:spLocks noChangeArrowheads="1"/>
            </p:cNvSpPr>
            <p:nvPr/>
          </p:nvSpPr>
          <p:spPr bwMode="auto">
            <a:xfrm>
              <a:off x="1525401" y="2662748"/>
              <a:ext cx="538151" cy="49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5</a:t>
              </a:r>
              <a:endParaRPr lang="es-AR" altLang="es-AR" sz="1400" dirty="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13" name="Google Shape;145;p18">
              <a:extLst>
                <a:ext uri="{FF2B5EF4-FFF2-40B4-BE49-F238E27FC236}">
                  <a16:creationId xmlns:a16="http://schemas.microsoft.com/office/drawing/2014/main" id="{6D916573-B08F-5C3F-5750-E918E87C08E4}"/>
                </a:ext>
              </a:extLst>
            </p:cNvPr>
            <p:cNvSpPr txBox="1">
              <a:spLocks noChangeArrowheads="1"/>
            </p:cNvSpPr>
            <p:nvPr/>
          </p:nvSpPr>
          <p:spPr bwMode="auto">
            <a:xfrm>
              <a:off x="2163841" y="3732689"/>
              <a:ext cx="538151" cy="49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6</a:t>
              </a:r>
              <a:endParaRPr lang="es-AR" altLang="es-AR" sz="1400" dirty="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14" name="Google Shape;146;p18">
              <a:extLst>
                <a:ext uri="{FF2B5EF4-FFF2-40B4-BE49-F238E27FC236}">
                  <a16:creationId xmlns:a16="http://schemas.microsoft.com/office/drawing/2014/main" id="{78165543-21ED-25E8-6177-2264D19125EA}"/>
                </a:ext>
              </a:extLst>
            </p:cNvPr>
            <p:cNvSpPr txBox="1">
              <a:spLocks noChangeArrowheads="1"/>
            </p:cNvSpPr>
            <p:nvPr/>
          </p:nvSpPr>
          <p:spPr bwMode="auto">
            <a:xfrm>
              <a:off x="661305" y="3727872"/>
              <a:ext cx="538151" cy="49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3</a:t>
              </a:r>
              <a:endParaRPr lang="es-AR" altLang="es-AR" sz="1400" dirty="0">
                <a:solidFill>
                  <a:srgbClr val="000000"/>
                </a:solidFill>
                <a:latin typeface="Arial" panose="020B0604020202020204" pitchFamily="34" charset="0"/>
                <a:cs typeface="Arial" panose="020B0604020202020204" pitchFamily="34" charset="0"/>
                <a:sym typeface="Arial" panose="020B0604020202020204" pitchFamily="34" charset="0"/>
              </a:endParaRPr>
            </a:p>
          </p:txBody>
        </p:sp>
      </p:grpSp>
      <p:sp>
        <p:nvSpPr>
          <p:cNvPr id="29" name="Google Shape;123;p18">
            <a:extLst>
              <a:ext uri="{FF2B5EF4-FFF2-40B4-BE49-F238E27FC236}">
                <a16:creationId xmlns:a16="http://schemas.microsoft.com/office/drawing/2014/main" id="{84297244-984A-6EF4-253B-6F0BD0A6718D}"/>
              </a:ext>
            </a:extLst>
          </p:cNvPr>
          <p:cNvSpPr txBox="1">
            <a:spLocks noChangeArrowheads="1"/>
          </p:cNvSpPr>
          <p:nvPr/>
        </p:nvSpPr>
        <p:spPr bwMode="auto">
          <a:xfrm>
            <a:off x="10686206" y="1546226"/>
            <a:ext cx="60166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200"/>
              <a:buFont typeface="Consolas" panose="020B0609020204030204" pitchFamily="49" charset="0"/>
              <a:buNone/>
            </a:pPr>
            <a:r>
              <a:rPr lang="en-US" altLang="es-AR" sz="3000" b="1">
                <a:solidFill>
                  <a:srgbClr val="FFC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a:t>
            </a:r>
            <a:endParaRPr lang="es-AR" altLang="es-AR" sz="30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427790942"/>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esquinas diagonales redondeadas 4">
            <a:extLst>
              <a:ext uri="{FF2B5EF4-FFF2-40B4-BE49-F238E27FC236}">
                <a16:creationId xmlns:a16="http://schemas.microsoft.com/office/drawing/2014/main" id="{201D4F93-494C-CD69-C0FB-E09E61215009}"/>
              </a:ext>
            </a:extLst>
          </p:cNvPr>
          <p:cNvSpPr/>
          <p:nvPr/>
        </p:nvSpPr>
        <p:spPr>
          <a:xfrm>
            <a:off x="263525" y="260350"/>
            <a:ext cx="11664950" cy="1152525"/>
          </a:xfrm>
          <a:prstGeom prst="round2Diag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6" name="CuadroTexto 5">
            <a:extLst>
              <a:ext uri="{FF2B5EF4-FFF2-40B4-BE49-F238E27FC236}">
                <a16:creationId xmlns:a16="http://schemas.microsoft.com/office/drawing/2014/main" id="{39C03331-63B1-834B-E6CF-595E282EC436}"/>
              </a:ext>
            </a:extLst>
          </p:cNvPr>
          <p:cNvSpPr txBox="1"/>
          <p:nvPr/>
        </p:nvSpPr>
        <p:spPr>
          <a:xfrm>
            <a:off x="334963" y="328613"/>
            <a:ext cx="10199687" cy="923925"/>
          </a:xfrm>
          <a:prstGeom prst="rect">
            <a:avLst/>
          </a:prstGeom>
          <a:noFill/>
        </p:spPr>
        <p:txBody>
          <a:bodyPr wrap="none">
            <a:spAutoFit/>
          </a:bodyPr>
          <a:lstStyle/>
          <a:p>
            <a:pPr>
              <a:defRPr/>
            </a:pPr>
            <a:r>
              <a:rPr lang="es-ES" sz="5400" b="1" dirty="0" err="1">
                <a:solidFill>
                  <a:schemeClr val="accent4"/>
                </a:solidFill>
                <a:latin typeface="Agency FB" panose="020B0503020202020204" pitchFamily="34" charset="0"/>
              </a:rPr>
              <a:t>Arbol</a:t>
            </a:r>
            <a:r>
              <a:rPr lang="es-ES" sz="5400" b="1" dirty="0">
                <a:solidFill>
                  <a:schemeClr val="accent4"/>
                </a:solidFill>
                <a:latin typeface="Agency FB" panose="020B0503020202020204" pitchFamily="34" charset="0"/>
              </a:rPr>
              <a:t> Binario de Búsqueda – Contar Nodos</a:t>
            </a:r>
            <a:endParaRPr lang="es-AR" sz="5400" b="1" dirty="0">
              <a:solidFill>
                <a:schemeClr val="accent4"/>
              </a:solidFill>
              <a:latin typeface="Agency FB" panose="020B0503020202020204" pitchFamily="34" charset="0"/>
            </a:endParaRPr>
          </a:p>
        </p:txBody>
      </p:sp>
      <p:sp>
        <p:nvSpPr>
          <p:cNvPr id="7" name="Google Shape;342;p24">
            <a:extLst>
              <a:ext uri="{FF2B5EF4-FFF2-40B4-BE49-F238E27FC236}">
                <a16:creationId xmlns:a16="http://schemas.microsoft.com/office/drawing/2014/main" id="{095AFE4A-3E24-D87C-7E17-67D31E5E06BE}"/>
              </a:ext>
            </a:extLst>
          </p:cNvPr>
          <p:cNvSpPr txBox="1">
            <a:spLocks noChangeArrowheads="1"/>
          </p:cNvSpPr>
          <p:nvPr/>
        </p:nvSpPr>
        <p:spPr bwMode="auto">
          <a:xfrm>
            <a:off x="227013" y="1696244"/>
            <a:ext cx="8045450" cy="424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25" rIns="92075" bIns="46025"/>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nSpc>
                <a:spcPct val="90000"/>
              </a:lnSpc>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function </a:t>
            </a:r>
            <a:r>
              <a:rPr lang="en-US" altLang="es-AR" sz="2200" b="1" dirty="0" err="1">
                <a:solidFill>
                  <a:srgbClr val="FF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cantidad</a:t>
            </a: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2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a:arbol</a:t>
            </a: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):integer;</a:t>
            </a:r>
            <a:endParaRPr lang="es-AR" altLang="es-AR" sz="2200" dirty="0">
              <a:solidFill>
                <a:srgbClr val="000000"/>
              </a:solidFill>
              <a:latin typeface="Consolas" panose="020B0609020204030204" pitchFamily="49" charset="0"/>
              <a:cs typeface="Arial" panose="020B0604020202020204" pitchFamily="34" charset="0"/>
              <a:sym typeface="Arial" panose="020B0604020202020204" pitchFamily="34" charset="0"/>
            </a:endParaRPr>
          </a:p>
          <a:p>
            <a:pPr>
              <a:lnSpc>
                <a:spcPct val="90000"/>
              </a:lnSpc>
              <a:spcBef>
                <a:spcPts val="1000"/>
              </a:spcBef>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begin</a:t>
            </a:r>
          </a:p>
          <a:p>
            <a:pPr>
              <a:lnSpc>
                <a:spcPct val="90000"/>
              </a:lnSpc>
              <a:spcBef>
                <a:spcPts val="1000"/>
              </a:spcBef>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if </a:t>
            </a:r>
            <a:r>
              <a:rPr lang="en-US" altLang="es-AR" sz="22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(a=nil)</a:t>
            </a: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then </a:t>
            </a:r>
            <a:r>
              <a:rPr lang="en-US" altLang="es-AR" sz="2200" b="1" dirty="0" err="1">
                <a:solidFill>
                  <a:srgbClr val="FF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cantidad</a:t>
            </a:r>
            <a:r>
              <a:rPr lang="en-US" altLang="es-AR" sz="22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0</a:t>
            </a:r>
          </a:p>
          <a:p>
            <a:pPr>
              <a:lnSpc>
                <a:spcPct val="90000"/>
              </a:lnSpc>
              <a:spcBef>
                <a:spcPts val="1000"/>
              </a:spcBef>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else </a:t>
            </a:r>
          </a:p>
          <a:p>
            <a:pPr>
              <a:lnSpc>
                <a:spcPct val="90000"/>
              </a:lnSpc>
              <a:spcBef>
                <a:spcPts val="1000"/>
              </a:spcBef>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begin</a:t>
            </a:r>
          </a:p>
          <a:p>
            <a:pPr>
              <a:lnSpc>
                <a:spcPct val="90000"/>
              </a:lnSpc>
              <a:spcBef>
                <a:spcPts val="1000"/>
              </a:spcBef>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2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cantidad</a:t>
            </a: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1 + </a:t>
            </a:r>
            <a:r>
              <a:rPr lang="en-US" altLang="es-AR" sz="2200" b="1" dirty="0" err="1">
                <a:solidFill>
                  <a:srgbClr val="FF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cantidad</a:t>
            </a: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2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a^.HI</a:t>
            </a: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p>
          <a:p>
            <a:pPr>
              <a:lnSpc>
                <a:spcPct val="90000"/>
              </a:lnSpc>
              <a:spcBef>
                <a:spcPts val="1000"/>
              </a:spcBef>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200" b="1" dirty="0" err="1">
                <a:solidFill>
                  <a:srgbClr val="FF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cantidad</a:t>
            </a: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2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a^.HD</a:t>
            </a: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p>
          <a:p>
            <a:pPr>
              <a:lnSpc>
                <a:spcPct val="90000"/>
              </a:lnSpc>
              <a:spcBef>
                <a:spcPts val="1000"/>
              </a:spcBef>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end;</a:t>
            </a:r>
          </a:p>
          <a:p>
            <a:pPr>
              <a:lnSpc>
                <a:spcPct val="90000"/>
              </a:lnSpc>
              <a:spcBef>
                <a:spcPts val="1000"/>
              </a:spcBef>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end;</a:t>
            </a:r>
          </a:p>
        </p:txBody>
      </p:sp>
      <p:grpSp>
        <p:nvGrpSpPr>
          <p:cNvPr id="32773" name="Google Shape;124;p18">
            <a:extLst>
              <a:ext uri="{FF2B5EF4-FFF2-40B4-BE49-F238E27FC236}">
                <a16:creationId xmlns:a16="http://schemas.microsoft.com/office/drawing/2014/main" id="{2E4099CB-A073-0988-4BC3-551F47270370}"/>
              </a:ext>
            </a:extLst>
          </p:cNvPr>
          <p:cNvGrpSpPr>
            <a:grpSpLocks/>
          </p:cNvGrpSpPr>
          <p:nvPr/>
        </p:nvGrpSpPr>
        <p:grpSpPr bwMode="auto">
          <a:xfrm>
            <a:off x="7124700" y="2479675"/>
            <a:ext cx="4659313" cy="2820988"/>
            <a:chOff x="497555" y="1412776"/>
            <a:chExt cx="4680520" cy="3024336"/>
          </a:xfrm>
        </p:grpSpPr>
        <p:grpSp>
          <p:nvGrpSpPr>
            <p:cNvPr id="32785" name="Google Shape;125;p18">
              <a:extLst>
                <a:ext uri="{FF2B5EF4-FFF2-40B4-BE49-F238E27FC236}">
                  <a16:creationId xmlns:a16="http://schemas.microsoft.com/office/drawing/2014/main" id="{0A180065-C6EE-9454-01A0-8E1A5C8DAE82}"/>
                </a:ext>
              </a:extLst>
            </p:cNvPr>
            <p:cNvGrpSpPr>
              <a:grpSpLocks/>
            </p:cNvGrpSpPr>
            <p:nvPr/>
          </p:nvGrpSpPr>
          <p:grpSpPr bwMode="auto">
            <a:xfrm>
              <a:off x="497555" y="1412776"/>
              <a:ext cx="4680520" cy="3024336"/>
              <a:chOff x="839416" y="1700808"/>
              <a:chExt cx="3568700" cy="2423575"/>
            </a:xfrm>
          </p:grpSpPr>
          <p:grpSp>
            <p:nvGrpSpPr>
              <p:cNvPr id="32793" name="Google Shape;126;p18">
                <a:extLst>
                  <a:ext uri="{FF2B5EF4-FFF2-40B4-BE49-F238E27FC236}">
                    <a16:creationId xmlns:a16="http://schemas.microsoft.com/office/drawing/2014/main" id="{18CA918A-856C-2B6B-A240-500D60E262ED}"/>
                  </a:ext>
                </a:extLst>
              </p:cNvPr>
              <p:cNvGrpSpPr>
                <a:grpSpLocks/>
              </p:cNvGrpSpPr>
              <p:nvPr/>
            </p:nvGrpSpPr>
            <p:grpSpPr bwMode="auto">
              <a:xfrm>
                <a:off x="839416" y="1700808"/>
                <a:ext cx="3568700" cy="2360838"/>
                <a:chOff x="147639" y="1252014"/>
                <a:chExt cx="3567232" cy="2361884"/>
              </a:xfrm>
            </p:grpSpPr>
            <p:sp>
              <p:nvSpPr>
                <p:cNvPr id="32796" name="Google Shape;127;p18">
                  <a:extLst>
                    <a:ext uri="{FF2B5EF4-FFF2-40B4-BE49-F238E27FC236}">
                      <a16:creationId xmlns:a16="http://schemas.microsoft.com/office/drawing/2014/main" id="{65439927-B875-FF21-9BFF-F9C314C3BDA6}"/>
                    </a:ext>
                  </a:extLst>
                </p:cNvPr>
                <p:cNvSpPr>
                  <a:spLocks noChangeArrowheads="1"/>
                </p:cNvSpPr>
                <p:nvPr/>
              </p:nvSpPr>
              <p:spPr bwMode="auto">
                <a:xfrm>
                  <a:off x="1677842" y="1252014"/>
                  <a:ext cx="545720" cy="590812"/>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32797" name="Google Shape;128;p18">
                  <a:extLst>
                    <a:ext uri="{FF2B5EF4-FFF2-40B4-BE49-F238E27FC236}">
                      <a16:creationId xmlns:a16="http://schemas.microsoft.com/office/drawing/2014/main" id="{A7E299CA-EC69-C454-9F94-3E2B9DB4CCF2}"/>
                    </a:ext>
                  </a:extLst>
                </p:cNvPr>
                <p:cNvSpPr>
                  <a:spLocks noChangeArrowheads="1"/>
                </p:cNvSpPr>
                <p:nvPr/>
              </p:nvSpPr>
              <p:spPr bwMode="auto">
                <a:xfrm>
                  <a:off x="825839" y="2153923"/>
                  <a:ext cx="548150" cy="590813"/>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32798" name="Google Shape;129;p18">
                  <a:extLst>
                    <a:ext uri="{FF2B5EF4-FFF2-40B4-BE49-F238E27FC236}">
                      <a16:creationId xmlns:a16="http://schemas.microsoft.com/office/drawing/2014/main" id="{7CFEDB74-0C79-3DB0-4C05-CC64BA719A61}"/>
                    </a:ext>
                  </a:extLst>
                </p:cNvPr>
                <p:cNvSpPr>
                  <a:spLocks noChangeArrowheads="1"/>
                </p:cNvSpPr>
                <p:nvPr/>
              </p:nvSpPr>
              <p:spPr bwMode="auto">
                <a:xfrm>
                  <a:off x="2738896" y="2108896"/>
                  <a:ext cx="545719" cy="589448"/>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32799" name="Google Shape;130;p18">
                  <a:extLst>
                    <a:ext uri="{FF2B5EF4-FFF2-40B4-BE49-F238E27FC236}">
                      <a16:creationId xmlns:a16="http://schemas.microsoft.com/office/drawing/2014/main" id="{9BDE1C2B-F601-D987-F77C-7718182D13B5}"/>
                    </a:ext>
                  </a:extLst>
                </p:cNvPr>
                <p:cNvSpPr>
                  <a:spLocks noChangeArrowheads="1"/>
                </p:cNvSpPr>
                <p:nvPr/>
              </p:nvSpPr>
              <p:spPr bwMode="auto">
                <a:xfrm>
                  <a:off x="147639" y="3001255"/>
                  <a:ext cx="545719" cy="592177"/>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32800" name="Google Shape;131;p18">
                  <a:extLst>
                    <a:ext uri="{FF2B5EF4-FFF2-40B4-BE49-F238E27FC236}">
                      <a16:creationId xmlns:a16="http://schemas.microsoft.com/office/drawing/2014/main" id="{DFB0695F-2634-6099-026B-93034408C2C0}"/>
                    </a:ext>
                  </a:extLst>
                </p:cNvPr>
                <p:cNvSpPr>
                  <a:spLocks noChangeArrowheads="1"/>
                </p:cNvSpPr>
                <p:nvPr/>
              </p:nvSpPr>
              <p:spPr bwMode="auto">
                <a:xfrm>
                  <a:off x="1258683" y="3008077"/>
                  <a:ext cx="545720" cy="590813"/>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32801" name="Google Shape;132;p18">
                  <a:extLst>
                    <a:ext uri="{FF2B5EF4-FFF2-40B4-BE49-F238E27FC236}">
                      <a16:creationId xmlns:a16="http://schemas.microsoft.com/office/drawing/2014/main" id="{9FFB6F58-E403-BB59-856C-C246E7FB2DCD}"/>
                    </a:ext>
                  </a:extLst>
                </p:cNvPr>
                <p:cNvSpPr>
                  <a:spLocks noChangeArrowheads="1"/>
                </p:cNvSpPr>
                <p:nvPr/>
              </p:nvSpPr>
              <p:spPr bwMode="auto">
                <a:xfrm>
                  <a:off x="3169152" y="3023086"/>
                  <a:ext cx="545719" cy="590812"/>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cxnSp>
              <p:nvCxnSpPr>
                <p:cNvPr id="32802" name="Google Shape;133;p18">
                  <a:extLst>
                    <a:ext uri="{FF2B5EF4-FFF2-40B4-BE49-F238E27FC236}">
                      <a16:creationId xmlns:a16="http://schemas.microsoft.com/office/drawing/2014/main" id="{A2F8E18E-26A8-B072-0B5D-31877B97FCEE}"/>
                    </a:ext>
                  </a:extLst>
                </p:cNvPr>
                <p:cNvCxnSpPr>
                  <a:cxnSpLocks noChangeShapeType="1"/>
                </p:cNvCxnSpPr>
                <p:nvPr/>
              </p:nvCxnSpPr>
              <p:spPr bwMode="auto">
                <a:xfrm flipH="1">
                  <a:off x="1293772" y="1756865"/>
                  <a:ext cx="465503" cy="483020"/>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32803" name="Google Shape;134;p18">
                  <a:extLst>
                    <a:ext uri="{FF2B5EF4-FFF2-40B4-BE49-F238E27FC236}">
                      <a16:creationId xmlns:a16="http://schemas.microsoft.com/office/drawing/2014/main" id="{D78F4C89-BC81-E8BD-8602-E8D2CF00F82C}"/>
                    </a:ext>
                  </a:extLst>
                </p:cNvPr>
                <p:cNvCxnSpPr>
                  <a:cxnSpLocks noChangeShapeType="1"/>
                </p:cNvCxnSpPr>
                <p:nvPr/>
              </p:nvCxnSpPr>
              <p:spPr bwMode="auto">
                <a:xfrm>
                  <a:off x="2223562" y="1717295"/>
                  <a:ext cx="595552" cy="477562"/>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32804" name="Google Shape;135;p18">
                  <a:extLst>
                    <a:ext uri="{FF2B5EF4-FFF2-40B4-BE49-F238E27FC236}">
                      <a16:creationId xmlns:a16="http://schemas.microsoft.com/office/drawing/2014/main" id="{98D6E63B-4844-7BF8-E09A-82CCD67576C6}"/>
                    </a:ext>
                  </a:extLst>
                </p:cNvPr>
                <p:cNvCxnSpPr>
                  <a:cxnSpLocks noChangeShapeType="1"/>
                </p:cNvCxnSpPr>
                <p:nvPr/>
              </p:nvCxnSpPr>
              <p:spPr bwMode="auto">
                <a:xfrm flipH="1">
                  <a:off x="614357" y="2660139"/>
                  <a:ext cx="358546" cy="427076"/>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32805" name="Google Shape;136;p18">
                  <a:extLst>
                    <a:ext uri="{FF2B5EF4-FFF2-40B4-BE49-F238E27FC236}">
                      <a16:creationId xmlns:a16="http://schemas.microsoft.com/office/drawing/2014/main" id="{A5963B6C-E3D1-B2F4-BD68-AA1B13672397}"/>
                    </a:ext>
                  </a:extLst>
                </p:cNvPr>
                <p:cNvCxnSpPr>
                  <a:cxnSpLocks noChangeShapeType="1"/>
                  <a:endCxn id="32800" idx="0"/>
                </p:cNvCxnSpPr>
                <p:nvPr/>
              </p:nvCxnSpPr>
              <p:spPr bwMode="auto">
                <a:xfrm>
                  <a:off x="1315649" y="2645130"/>
                  <a:ext cx="215894" cy="362947"/>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32806" name="Google Shape;137;p18">
                  <a:extLst>
                    <a:ext uri="{FF2B5EF4-FFF2-40B4-BE49-F238E27FC236}">
                      <a16:creationId xmlns:a16="http://schemas.microsoft.com/office/drawing/2014/main" id="{1912BF1A-732E-1D2C-D08C-E29289910CE6}"/>
                    </a:ext>
                  </a:extLst>
                </p:cNvPr>
                <p:cNvCxnSpPr>
                  <a:cxnSpLocks noChangeShapeType="1"/>
                </p:cNvCxnSpPr>
                <p:nvPr/>
              </p:nvCxnSpPr>
              <p:spPr bwMode="auto">
                <a:xfrm>
                  <a:off x="3017225" y="2702437"/>
                  <a:ext cx="305069" cy="361583"/>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grpSp>
          <p:sp>
            <p:nvSpPr>
              <p:cNvPr id="32794" name="Google Shape;138;p18">
                <a:extLst>
                  <a:ext uri="{FF2B5EF4-FFF2-40B4-BE49-F238E27FC236}">
                    <a16:creationId xmlns:a16="http://schemas.microsoft.com/office/drawing/2014/main" id="{4924B0FD-1110-686C-5FDD-213E98961233}"/>
                  </a:ext>
                </a:extLst>
              </p:cNvPr>
              <p:cNvSpPr>
                <a:spLocks noChangeArrowheads="1"/>
              </p:cNvSpPr>
              <p:nvPr/>
            </p:nvSpPr>
            <p:spPr bwMode="auto">
              <a:xfrm>
                <a:off x="2789738" y="3533833"/>
                <a:ext cx="547160" cy="590550"/>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cxnSp>
            <p:nvCxnSpPr>
              <p:cNvPr id="32795" name="Google Shape;139;p18">
                <a:extLst>
                  <a:ext uri="{FF2B5EF4-FFF2-40B4-BE49-F238E27FC236}">
                    <a16:creationId xmlns:a16="http://schemas.microsoft.com/office/drawing/2014/main" id="{3377FE88-7E37-3EC1-8205-1D5E1D1B5003}"/>
                  </a:ext>
                </a:extLst>
              </p:cNvPr>
              <p:cNvCxnSpPr>
                <a:cxnSpLocks noChangeShapeType="1"/>
              </p:cNvCxnSpPr>
              <p:nvPr/>
            </p:nvCxnSpPr>
            <p:spPr bwMode="auto">
              <a:xfrm flipH="1">
                <a:off x="3257864" y="3192869"/>
                <a:ext cx="357478" cy="426887"/>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grpSp>
        <p:sp>
          <p:nvSpPr>
            <p:cNvPr id="32786" name="Google Shape;140;p18">
              <a:extLst>
                <a:ext uri="{FF2B5EF4-FFF2-40B4-BE49-F238E27FC236}">
                  <a16:creationId xmlns:a16="http://schemas.microsoft.com/office/drawing/2014/main" id="{36236AFD-50B0-FD26-B25C-B08D62533511}"/>
                </a:ext>
              </a:extLst>
            </p:cNvPr>
            <p:cNvSpPr txBox="1">
              <a:spLocks noChangeArrowheads="1"/>
            </p:cNvSpPr>
            <p:nvPr/>
          </p:nvSpPr>
          <p:spPr bwMode="auto">
            <a:xfrm>
              <a:off x="2610849" y="1531588"/>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15</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32787" name="Google Shape;141;p18">
              <a:extLst>
                <a:ext uri="{FF2B5EF4-FFF2-40B4-BE49-F238E27FC236}">
                  <a16:creationId xmlns:a16="http://schemas.microsoft.com/office/drawing/2014/main" id="{6CE15B7F-0CDE-D408-DE43-1C4DA3A86EB6}"/>
                </a:ext>
              </a:extLst>
            </p:cNvPr>
            <p:cNvSpPr txBox="1">
              <a:spLocks noChangeArrowheads="1"/>
            </p:cNvSpPr>
            <p:nvPr/>
          </p:nvSpPr>
          <p:spPr bwMode="auto">
            <a:xfrm>
              <a:off x="4019641" y="2588463"/>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24</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32788" name="Google Shape;142;p18">
              <a:extLst>
                <a:ext uri="{FF2B5EF4-FFF2-40B4-BE49-F238E27FC236}">
                  <a16:creationId xmlns:a16="http://schemas.microsoft.com/office/drawing/2014/main" id="{E4A3EDFA-C980-2A55-A685-D77C28A197D2}"/>
                </a:ext>
              </a:extLst>
            </p:cNvPr>
            <p:cNvSpPr txBox="1">
              <a:spLocks noChangeArrowheads="1"/>
            </p:cNvSpPr>
            <p:nvPr/>
          </p:nvSpPr>
          <p:spPr bwMode="auto">
            <a:xfrm>
              <a:off x="3144750" y="3807150"/>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16</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32789" name="Google Shape;143;p18">
              <a:extLst>
                <a:ext uri="{FF2B5EF4-FFF2-40B4-BE49-F238E27FC236}">
                  <a16:creationId xmlns:a16="http://schemas.microsoft.com/office/drawing/2014/main" id="{1E80D12F-C240-CA31-719D-0467776BC383}"/>
                </a:ext>
              </a:extLst>
            </p:cNvPr>
            <p:cNvSpPr txBox="1">
              <a:spLocks noChangeArrowheads="1"/>
            </p:cNvSpPr>
            <p:nvPr/>
          </p:nvSpPr>
          <p:spPr bwMode="auto">
            <a:xfrm>
              <a:off x="4593580" y="3785014"/>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30</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32790" name="Google Shape;144;p18">
              <a:extLst>
                <a:ext uri="{FF2B5EF4-FFF2-40B4-BE49-F238E27FC236}">
                  <a16:creationId xmlns:a16="http://schemas.microsoft.com/office/drawing/2014/main" id="{1F1ED9B7-050C-D18F-F7C2-D6312B03E171}"/>
                </a:ext>
              </a:extLst>
            </p:cNvPr>
            <p:cNvSpPr txBox="1">
              <a:spLocks noChangeArrowheads="1"/>
            </p:cNvSpPr>
            <p:nvPr/>
          </p:nvSpPr>
          <p:spPr bwMode="auto">
            <a:xfrm>
              <a:off x="1525401" y="2662748"/>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8</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32791" name="Google Shape;145;p18">
              <a:extLst>
                <a:ext uri="{FF2B5EF4-FFF2-40B4-BE49-F238E27FC236}">
                  <a16:creationId xmlns:a16="http://schemas.microsoft.com/office/drawing/2014/main" id="{1BF0F4CA-4853-2F7C-5466-139DB60C286E}"/>
                </a:ext>
              </a:extLst>
            </p:cNvPr>
            <p:cNvSpPr txBox="1">
              <a:spLocks noChangeArrowheads="1"/>
            </p:cNvSpPr>
            <p:nvPr/>
          </p:nvSpPr>
          <p:spPr bwMode="auto">
            <a:xfrm>
              <a:off x="2035836" y="3732689"/>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12</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32792" name="Google Shape;146;p18">
              <a:extLst>
                <a:ext uri="{FF2B5EF4-FFF2-40B4-BE49-F238E27FC236}">
                  <a16:creationId xmlns:a16="http://schemas.microsoft.com/office/drawing/2014/main" id="{E4902A93-40C8-C511-7BC4-E252C9E16B4C}"/>
                </a:ext>
              </a:extLst>
            </p:cNvPr>
            <p:cNvSpPr txBox="1">
              <a:spLocks noChangeArrowheads="1"/>
            </p:cNvSpPr>
            <p:nvPr/>
          </p:nvSpPr>
          <p:spPr bwMode="auto">
            <a:xfrm>
              <a:off x="661305" y="3727872"/>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7</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grpSp>
      <p:sp>
        <p:nvSpPr>
          <p:cNvPr id="29" name="Flecha: hacia abajo 28">
            <a:extLst>
              <a:ext uri="{FF2B5EF4-FFF2-40B4-BE49-F238E27FC236}">
                <a16:creationId xmlns:a16="http://schemas.microsoft.com/office/drawing/2014/main" id="{3EB45AD9-26F4-18BE-C93E-BC1055694FC6}"/>
              </a:ext>
            </a:extLst>
          </p:cNvPr>
          <p:cNvSpPr/>
          <p:nvPr/>
        </p:nvSpPr>
        <p:spPr>
          <a:xfrm rot="4397149">
            <a:off x="10039350" y="1995488"/>
            <a:ext cx="714375" cy="781050"/>
          </a:xfrm>
          <a:prstGeom prst="downArrow">
            <a:avLst/>
          </a:prstGeom>
          <a:solidFill>
            <a:schemeClr val="accent6">
              <a:lumMod val="60000"/>
              <a:lumOff val="40000"/>
            </a:schemeClr>
          </a:solid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30" name="Forma libre: forma 29">
            <a:extLst>
              <a:ext uri="{FF2B5EF4-FFF2-40B4-BE49-F238E27FC236}">
                <a16:creationId xmlns:a16="http://schemas.microsoft.com/office/drawing/2014/main" id="{9B62A105-C170-04D3-1508-B8EEDF7DA757}"/>
              </a:ext>
            </a:extLst>
          </p:cNvPr>
          <p:cNvSpPr/>
          <p:nvPr/>
        </p:nvSpPr>
        <p:spPr>
          <a:xfrm>
            <a:off x="6697663" y="3028950"/>
            <a:ext cx="2998787" cy="2800350"/>
          </a:xfrm>
          <a:custGeom>
            <a:avLst/>
            <a:gdLst>
              <a:gd name="csX0" fmla="*/ 1547265 w 2998875"/>
              <a:gd name="csY0" fmla="*/ 22860 h 2800350"/>
              <a:gd name="csX1" fmla="*/ 1158645 w 2998875"/>
              <a:gd name="csY1" fmla="*/ 80010 h 2800350"/>
              <a:gd name="csX2" fmla="*/ 541425 w 2998875"/>
              <a:gd name="csY2" fmla="*/ 377190 h 2800350"/>
              <a:gd name="csX3" fmla="*/ 427125 w 2998875"/>
              <a:gd name="csY3" fmla="*/ 445770 h 2800350"/>
              <a:gd name="csX4" fmla="*/ 221385 w 2998875"/>
              <a:gd name="csY4" fmla="*/ 651510 h 2800350"/>
              <a:gd name="csX5" fmla="*/ 152805 w 2998875"/>
              <a:gd name="csY5" fmla="*/ 765810 h 2800350"/>
              <a:gd name="csX6" fmla="*/ 27075 w 2998875"/>
              <a:gd name="csY6" fmla="*/ 1040130 h 2800350"/>
              <a:gd name="csX7" fmla="*/ 49935 w 2998875"/>
              <a:gd name="csY7" fmla="*/ 1577340 h 2800350"/>
              <a:gd name="csX8" fmla="*/ 107085 w 2998875"/>
              <a:gd name="csY8" fmla="*/ 1771650 h 2800350"/>
              <a:gd name="csX9" fmla="*/ 152805 w 2998875"/>
              <a:gd name="csY9" fmla="*/ 1943100 h 2800350"/>
              <a:gd name="csX10" fmla="*/ 164235 w 2998875"/>
              <a:gd name="csY10" fmla="*/ 2011680 h 2800350"/>
              <a:gd name="csX11" fmla="*/ 187095 w 2998875"/>
              <a:gd name="csY11" fmla="*/ 2068830 h 2800350"/>
              <a:gd name="csX12" fmla="*/ 244245 w 2998875"/>
              <a:gd name="csY12" fmla="*/ 2217420 h 2800350"/>
              <a:gd name="csX13" fmla="*/ 404265 w 2998875"/>
              <a:gd name="csY13" fmla="*/ 2526030 h 2800350"/>
              <a:gd name="csX14" fmla="*/ 552855 w 2998875"/>
              <a:gd name="csY14" fmla="*/ 2663190 h 2800350"/>
              <a:gd name="csX15" fmla="*/ 872895 w 2998875"/>
              <a:gd name="csY15" fmla="*/ 2788920 h 2800350"/>
              <a:gd name="csX16" fmla="*/ 1010055 w 2998875"/>
              <a:gd name="csY16" fmla="*/ 2800350 h 2800350"/>
              <a:gd name="csX17" fmla="*/ 1295805 w 2998875"/>
              <a:gd name="csY17" fmla="*/ 2766060 h 2800350"/>
              <a:gd name="csX18" fmla="*/ 1547265 w 2998875"/>
              <a:gd name="csY18" fmla="*/ 2674620 h 2800350"/>
              <a:gd name="csX19" fmla="*/ 1947315 w 2998875"/>
              <a:gd name="csY19" fmla="*/ 2617470 h 2800350"/>
              <a:gd name="csX20" fmla="*/ 2313075 w 2998875"/>
              <a:gd name="csY20" fmla="*/ 2663190 h 2800350"/>
              <a:gd name="csX21" fmla="*/ 2541675 w 2998875"/>
              <a:gd name="csY21" fmla="*/ 2720340 h 2800350"/>
              <a:gd name="csX22" fmla="*/ 2701695 w 2998875"/>
              <a:gd name="csY22" fmla="*/ 2754630 h 2800350"/>
              <a:gd name="csX23" fmla="*/ 2793135 w 2998875"/>
              <a:gd name="csY23" fmla="*/ 2731770 h 2800350"/>
              <a:gd name="csX24" fmla="*/ 2896005 w 2998875"/>
              <a:gd name="csY24" fmla="*/ 2640330 h 2800350"/>
              <a:gd name="csX25" fmla="*/ 2998875 w 2998875"/>
              <a:gd name="csY25" fmla="*/ 2343150 h 2800350"/>
              <a:gd name="csX26" fmla="*/ 2941725 w 2998875"/>
              <a:gd name="csY26" fmla="*/ 2080260 h 2800350"/>
              <a:gd name="csX27" fmla="*/ 2850285 w 2998875"/>
              <a:gd name="csY27" fmla="*/ 1920240 h 2800350"/>
              <a:gd name="csX28" fmla="*/ 2804565 w 2998875"/>
              <a:gd name="csY28" fmla="*/ 1805940 h 2800350"/>
              <a:gd name="csX29" fmla="*/ 2735985 w 2998875"/>
              <a:gd name="csY29" fmla="*/ 1680210 h 2800350"/>
              <a:gd name="csX30" fmla="*/ 2713125 w 2998875"/>
              <a:gd name="csY30" fmla="*/ 1645920 h 2800350"/>
              <a:gd name="csX31" fmla="*/ 2610255 w 2998875"/>
              <a:gd name="csY31" fmla="*/ 1543050 h 2800350"/>
              <a:gd name="csX32" fmla="*/ 2541675 w 2998875"/>
              <a:gd name="csY32" fmla="*/ 1360170 h 2800350"/>
              <a:gd name="csX33" fmla="*/ 2507385 w 2998875"/>
              <a:gd name="csY33" fmla="*/ 1017270 h 2800350"/>
              <a:gd name="csX34" fmla="*/ 2450235 w 2998875"/>
              <a:gd name="csY34" fmla="*/ 960120 h 2800350"/>
              <a:gd name="csX35" fmla="*/ 2393085 w 2998875"/>
              <a:gd name="csY35" fmla="*/ 880110 h 2800350"/>
              <a:gd name="csX36" fmla="*/ 2358795 w 2998875"/>
              <a:gd name="csY36" fmla="*/ 822960 h 2800350"/>
              <a:gd name="csX37" fmla="*/ 2255925 w 2998875"/>
              <a:gd name="csY37" fmla="*/ 674370 h 2800350"/>
              <a:gd name="csX38" fmla="*/ 2107335 w 2998875"/>
              <a:gd name="csY38" fmla="*/ 388620 h 2800350"/>
              <a:gd name="csX39" fmla="*/ 2061615 w 2998875"/>
              <a:gd name="csY39" fmla="*/ 342900 h 2800350"/>
              <a:gd name="csX40" fmla="*/ 1958745 w 2998875"/>
              <a:gd name="csY40" fmla="*/ 228600 h 2800350"/>
              <a:gd name="csX41" fmla="*/ 1798725 w 2998875"/>
              <a:gd name="csY41" fmla="*/ 102870 h 2800350"/>
              <a:gd name="csX42" fmla="*/ 1753005 w 2998875"/>
              <a:gd name="csY42" fmla="*/ 68580 h 2800350"/>
              <a:gd name="csX43" fmla="*/ 1707285 w 2998875"/>
              <a:gd name="csY43" fmla="*/ 34290 h 2800350"/>
              <a:gd name="csX44" fmla="*/ 1615845 w 2998875"/>
              <a:gd name="csY44" fmla="*/ 0 h 2800350"/>
              <a:gd name="csX45" fmla="*/ 1547265 w 2998875"/>
              <a:gd name="csY45" fmla="*/ 22860 h 2800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2998875" h="2800350">
                <a:moveTo>
                  <a:pt x="1547265" y="22860"/>
                </a:moveTo>
                <a:cubicBezTo>
                  <a:pt x="1471065" y="36195"/>
                  <a:pt x="1285557" y="47809"/>
                  <a:pt x="1158645" y="80010"/>
                </a:cubicBezTo>
                <a:cubicBezTo>
                  <a:pt x="795509" y="172149"/>
                  <a:pt x="817713" y="198939"/>
                  <a:pt x="541425" y="377190"/>
                </a:cubicBezTo>
                <a:cubicBezTo>
                  <a:pt x="504089" y="401278"/>
                  <a:pt x="460334" y="416251"/>
                  <a:pt x="427125" y="445770"/>
                </a:cubicBezTo>
                <a:cubicBezTo>
                  <a:pt x="345716" y="518134"/>
                  <a:pt x="288166" y="562469"/>
                  <a:pt x="221385" y="651510"/>
                </a:cubicBezTo>
                <a:cubicBezTo>
                  <a:pt x="194726" y="687055"/>
                  <a:pt x="174668" y="727129"/>
                  <a:pt x="152805" y="765810"/>
                </a:cubicBezTo>
                <a:cubicBezTo>
                  <a:pt x="60719" y="928731"/>
                  <a:pt x="84832" y="881299"/>
                  <a:pt x="27075" y="1040130"/>
                </a:cubicBezTo>
                <a:cubicBezTo>
                  <a:pt x="-11004" y="1287642"/>
                  <a:pt x="-13651" y="1217020"/>
                  <a:pt x="49935" y="1577340"/>
                </a:cubicBezTo>
                <a:cubicBezTo>
                  <a:pt x="61668" y="1643826"/>
                  <a:pt x="88806" y="1706658"/>
                  <a:pt x="107085" y="1771650"/>
                </a:cubicBezTo>
                <a:cubicBezTo>
                  <a:pt x="123099" y="1828588"/>
                  <a:pt x="139105" y="1885561"/>
                  <a:pt x="152805" y="1943100"/>
                </a:cubicBezTo>
                <a:cubicBezTo>
                  <a:pt x="158173" y="1965645"/>
                  <a:pt x="158137" y="1989321"/>
                  <a:pt x="164235" y="2011680"/>
                </a:cubicBezTo>
                <a:cubicBezTo>
                  <a:pt x="169634" y="2031475"/>
                  <a:pt x="180607" y="2049365"/>
                  <a:pt x="187095" y="2068830"/>
                </a:cubicBezTo>
                <a:cubicBezTo>
                  <a:pt x="250665" y="2259539"/>
                  <a:pt x="166509" y="2044673"/>
                  <a:pt x="244245" y="2217420"/>
                </a:cubicBezTo>
                <a:cubicBezTo>
                  <a:pt x="294378" y="2328826"/>
                  <a:pt x="323856" y="2430305"/>
                  <a:pt x="404265" y="2526030"/>
                </a:cubicBezTo>
                <a:cubicBezTo>
                  <a:pt x="447620" y="2577643"/>
                  <a:pt x="498432" y="2623419"/>
                  <a:pt x="552855" y="2663190"/>
                </a:cubicBezTo>
                <a:cubicBezTo>
                  <a:pt x="650717" y="2734705"/>
                  <a:pt x="755183" y="2767121"/>
                  <a:pt x="872895" y="2788920"/>
                </a:cubicBezTo>
                <a:cubicBezTo>
                  <a:pt x="918006" y="2797274"/>
                  <a:pt x="964335" y="2796540"/>
                  <a:pt x="1010055" y="2800350"/>
                </a:cubicBezTo>
                <a:cubicBezTo>
                  <a:pt x="1105305" y="2788920"/>
                  <a:pt x="1202396" y="2787922"/>
                  <a:pt x="1295805" y="2766060"/>
                </a:cubicBezTo>
                <a:cubicBezTo>
                  <a:pt x="1382648" y="2745735"/>
                  <a:pt x="1461507" y="2699122"/>
                  <a:pt x="1547265" y="2674620"/>
                </a:cubicBezTo>
                <a:cubicBezTo>
                  <a:pt x="1720600" y="2625096"/>
                  <a:pt x="1780459" y="2628594"/>
                  <a:pt x="1947315" y="2617470"/>
                </a:cubicBezTo>
                <a:cubicBezTo>
                  <a:pt x="2069235" y="2632710"/>
                  <a:pt x="2192006" y="2642236"/>
                  <a:pt x="2313075" y="2663190"/>
                </a:cubicBezTo>
                <a:cubicBezTo>
                  <a:pt x="2390470" y="2676585"/>
                  <a:pt x="2465218" y="2702350"/>
                  <a:pt x="2541675" y="2720340"/>
                </a:cubicBezTo>
                <a:cubicBezTo>
                  <a:pt x="2594776" y="2732834"/>
                  <a:pt x="2648355" y="2743200"/>
                  <a:pt x="2701695" y="2754630"/>
                </a:cubicBezTo>
                <a:cubicBezTo>
                  <a:pt x="2732175" y="2747010"/>
                  <a:pt x="2766055" y="2747700"/>
                  <a:pt x="2793135" y="2731770"/>
                </a:cubicBezTo>
                <a:cubicBezTo>
                  <a:pt x="2832679" y="2708509"/>
                  <a:pt x="2869339" y="2677663"/>
                  <a:pt x="2896005" y="2640330"/>
                </a:cubicBezTo>
                <a:cubicBezTo>
                  <a:pt x="2962395" y="2547384"/>
                  <a:pt x="2974209" y="2450037"/>
                  <a:pt x="2998875" y="2343150"/>
                </a:cubicBezTo>
                <a:cubicBezTo>
                  <a:pt x="2979825" y="2255520"/>
                  <a:pt x="2971452" y="2164866"/>
                  <a:pt x="2941725" y="2080260"/>
                </a:cubicBezTo>
                <a:cubicBezTo>
                  <a:pt x="2921360" y="2022299"/>
                  <a:pt x="2873101" y="1977280"/>
                  <a:pt x="2850285" y="1920240"/>
                </a:cubicBezTo>
                <a:cubicBezTo>
                  <a:pt x="2835045" y="1882140"/>
                  <a:pt x="2825677" y="1841127"/>
                  <a:pt x="2804565" y="1805940"/>
                </a:cubicBezTo>
                <a:cubicBezTo>
                  <a:pt x="2699463" y="1630769"/>
                  <a:pt x="2846548" y="1879224"/>
                  <a:pt x="2735985" y="1680210"/>
                </a:cubicBezTo>
                <a:cubicBezTo>
                  <a:pt x="2729314" y="1668202"/>
                  <a:pt x="2722408" y="1656046"/>
                  <a:pt x="2713125" y="1645920"/>
                </a:cubicBezTo>
                <a:cubicBezTo>
                  <a:pt x="2680357" y="1610173"/>
                  <a:pt x="2631942" y="1586424"/>
                  <a:pt x="2610255" y="1543050"/>
                </a:cubicBezTo>
                <a:cubicBezTo>
                  <a:pt x="2550484" y="1423509"/>
                  <a:pt x="2572800" y="1484670"/>
                  <a:pt x="2541675" y="1360170"/>
                </a:cubicBezTo>
                <a:cubicBezTo>
                  <a:pt x="2530245" y="1245870"/>
                  <a:pt x="2532981" y="1129252"/>
                  <a:pt x="2507385" y="1017270"/>
                </a:cubicBezTo>
                <a:cubicBezTo>
                  <a:pt x="2501382" y="991007"/>
                  <a:pt x="2468133" y="980256"/>
                  <a:pt x="2450235" y="960120"/>
                </a:cubicBezTo>
                <a:cubicBezTo>
                  <a:pt x="2436116" y="944236"/>
                  <a:pt x="2406023" y="900810"/>
                  <a:pt x="2393085" y="880110"/>
                </a:cubicBezTo>
                <a:cubicBezTo>
                  <a:pt x="2381311" y="861271"/>
                  <a:pt x="2371118" y="841445"/>
                  <a:pt x="2358795" y="822960"/>
                </a:cubicBezTo>
                <a:cubicBezTo>
                  <a:pt x="2325379" y="772836"/>
                  <a:pt x="2286108" y="726504"/>
                  <a:pt x="2255925" y="674370"/>
                </a:cubicBezTo>
                <a:cubicBezTo>
                  <a:pt x="2202135" y="581459"/>
                  <a:pt x="2183249" y="464534"/>
                  <a:pt x="2107335" y="388620"/>
                </a:cubicBezTo>
                <a:cubicBezTo>
                  <a:pt x="2092095" y="373380"/>
                  <a:pt x="2075807" y="359120"/>
                  <a:pt x="2061615" y="342900"/>
                </a:cubicBezTo>
                <a:cubicBezTo>
                  <a:pt x="2006305" y="279688"/>
                  <a:pt x="2043550" y="296444"/>
                  <a:pt x="1958745" y="228600"/>
                </a:cubicBezTo>
                <a:cubicBezTo>
                  <a:pt x="1829569" y="125260"/>
                  <a:pt x="1883478" y="166435"/>
                  <a:pt x="1798725" y="102870"/>
                </a:cubicBezTo>
                <a:lnTo>
                  <a:pt x="1753005" y="68580"/>
                </a:lnTo>
                <a:cubicBezTo>
                  <a:pt x="1737765" y="57150"/>
                  <a:pt x="1725766" y="38910"/>
                  <a:pt x="1707285" y="34290"/>
                </a:cubicBezTo>
                <a:cubicBezTo>
                  <a:pt x="1645035" y="18727"/>
                  <a:pt x="1675616" y="29885"/>
                  <a:pt x="1615845" y="0"/>
                </a:cubicBezTo>
                <a:cubicBezTo>
                  <a:pt x="1535381" y="13411"/>
                  <a:pt x="1623465" y="9525"/>
                  <a:pt x="1547265" y="22860"/>
                </a:cubicBezTo>
                <a:close/>
              </a:path>
            </a:pathLst>
          </a:cu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32" name="Forma libre: forma 31">
            <a:extLst>
              <a:ext uri="{FF2B5EF4-FFF2-40B4-BE49-F238E27FC236}">
                <a16:creationId xmlns:a16="http://schemas.microsoft.com/office/drawing/2014/main" id="{FA967F02-2799-F4F1-D360-7702CE7136E1}"/>
              </a:ext>
            </a:extLst>
          </p:cNvPr>
          <p:cNvSpPr/>
          <p:nvPr/>
        </p:nvSpPr>
        <p:spPr>
          <a:xfrm>
            <a:off x="9478963" y="3211513"/>
            <a:ext cx="2593975" cy="2449512"/>
          </a:xfrm>
          <a:custGeom>
            <a:avLst/>
            <a:gdLst>
              <a:gd name="csX0" fmla="*/ 1547265 w 2998875"/>
              <a:gd name="csY0" fmla="*/ 22860 h 2800350"/>
              <a:gd name="csX1" fmla="*/ 1158645 w 2998875"/>
              <a:gd name="csY1" fmla="*/ 80010 h 2800350"/>
              <a:gd name="csX2" fmla="*/ 541425 w 2998875"/>
              <a:gd name="csY2" fmla="*/ 377190 h 2800350"/>
              <a:gd name="csX3" fmla="*/ 427125 w 2998875"/>
              <a:gd name="csY3" fmla="*/ 445770 h 2800350"/>
              <a:gd name="csX4" fmla="*/ 221385 w 2998875"/>
              <a:gd name="csY4" fmla="*/ 651510 h 2800350"/>
              <a:gd name="csX5" fmla="*/ 152805 w 2998875"/>
              <a:gd name="csY5" fmla="*/ 765810 h 2800350"/>
              <a:gd name="csX6" fmla="*/ 27075 w 2998875"/>
              <a:gd name="csY6" fmla="*/ 1040130 h 2800350"/>
              <a:gd name="csX7" fmla="*/ 49935 w 2998875"/>
              <a:gd name="csY7" fmla="*/ 1577340 h 2800350"/>
              <a:gd name="csX8" fmla="*/ 107085 w 2998875"/>
              <a:gd name="csY8" fmla="*/ 1771650 h 2800350"/>
              <a:gd name="csX9" fmla="*/ 152805 w 2998875"/>
              <a:gd name="csY9" fmla="*/ 1943100 h 2800350"/>
              <a:gd name="csX10" fmla="*/ 164235 w 2998875"/>
              <a:gd name="csY10" fmla="*/ 2011680 h 2800350"/>
              <a:gd name="csX11" fmla="*/ 187095 w 2998875"/>
              <a:gd name="csY11" fmla="*/ 2068830 h 2800350"/>
              <a:gd name="csX12" fmla="*/ 244245 w 2998875"/>
              <a:gd name="csY12" fmla="*/ 2217420 h 2800350"/>
              <a:gd name="csX13" fmla="*/ 404265 w 2998875"/>
              <a:gd name="csY13" fmla="*/ 2526030 h 2800350"/>
              <a:gd name="csX14" fmla="*/ 552855 w 2998875"/>
              <a:gd name="csY14" fmla="*/ 2663190 h 2800350"/>
              <a:gd name="csX15" fmla="*/ 872895 w 2998875"/>
              <a:gd name="csY15" fmla="*/ 2788920 h 2800350"/>
              <a:gd name="csX16" fmla="*/ 1010055 w 2998875"/>
              <a:gd name="csY16" fmla="*/ 2800350 h 2800350"/>
              <a:gd name="csX17" fmla="*/ 1295805 w 2998875"/>
              <a:gd name="csY17" fmla="*/ 2766060 h 2800350"/>
              <a:gd name="csX18" fmla="*/ 1547265 w 2998875"/>
              <a:gd name="csY18" fmla="*/ 2674620 h 2800350"/>
              <a:gd name="csX19" fmla="*/ 1947315 w 2998875"/>
              <a:gd name="csY19" fmla="*/ 2617470 h 2800350"/>
              <a:gd name="csX20" fmla="*/ 2313075 w 2998875"/>
              <a:gd name="csY20" fmla="*/ 2663190 h 2800350"/>
              <a:gd name="csX21" fmla="*/ 2541675 w 2998875"/>
              <a:gd name="csY21" fmla="*/ 2720340 h 2800350"/>
              <a:gd name="csX22" fmla="*/ 2701695 w 2998875"/>
              <a:gd name="csY22" fmla="*/ 2754630 h 2800350"/>
              <a:gd name="csX23" fmla="*/ 2793135 w 2998875"/>
              <a:gd name="csY23" fmla="*/ 2731770 h 2800350"/>
              <a:gd name="csX24" fmla="*/ 2896005 w 2998875"/>
              <a:gd name="csY24" fmla="*/ 2640330 h 2800350"/>
              <a:gd name="csX25" fmla="*/ 2998875 w 2998875"/>
              <a:gd name="csY25" fmla="*/ 2343150 h 2800350"/>
              <a:gd name="csX26" fmla="*/ 2941725 w 2998875"/>
              <a:gd name="csY26" fmla="*/ 2080260 h 2800350"/>
              <a:gd name="csX27" fmla="*/ 2850285 w 2998875"/>
              <a:gd name="csY27" fmla="*/ 1920240 h 2800350"/>
              <a:gd name="csX28" fmla="*/ 2804565 w 2998875"/>
              <a:gd name="csY28" fmla="*/ 1805940 h 2800350"/>
              <a:gd name="csX29" fmla="*/ 2735985 w 2998875"/>
              <a:gd name="csY29" fmla="*/ 1680210 h 2800350"/>
              <a:gd name="csX30" fmla="*/ 2713125 w 2998875"/>
              <a:gd name="csY30" fmla="*/ 1645920 h 2800350"/>
              <a:gd name="csX31" fmla="*/ 2610255 w 2998875"/>
              <a:gd name="csY31" fmla="*/ 1543050 h 2800350"/>
              <a:gd name="csX32" fmla="*/ 2541675 w 2998875"/>
              <a:gd name="csY32" fmla="*/ 1360170 h 2800350"/>
              <a:gd name="csX33" fmla="*/ 2507385 w 2998875"/>
              <a:gd name="csY33" fmla="*/ 1017270 h 2800350"/>
              <a:gd name="csX34" fmla="*/ 2450235 w 2998875"/>
              <a:gd name="csY34" fmla="*/ 960120 h 2800350"/>
              <a:gd name="csX35" fmla="*/ 2393085 w 2998875"/>
              <a:gd name="csY35" fmla="*/ 880110 h 2800350"/>
              <a:gd name="csX36" fmla="*/ 2358795 w 2998875"/>
              <a:gd name="csY36" fmla="*/ 822960 h 2800350"/>
              <a:gd name="csX37" fmla="*/ 2255925 w 2998875"/>
              <a:gd name="csY37" fmla="*/ 674370 h 2800350"/>
              <a:gd name="csX38" fmla="*/ 2107335 w 2998875"/>
              <a:gd name="csY38" fmla="*/ 388620 h 2800350"/>
              <a:gd name="csX39" fmla="*/ 2061615 w 2998875"/>
              <a:gd name="csY39" fmla="*/ 342900 h 2800350"/>
              <a:gd name="csX40" fmla="*/ 1958745 w 2998875"/>
              <a:gd name="csY40" fmla="*/ 228600 h 2800350"/>
              <a:gd name="csX41" fmla="*/ 1798725 w 2998875"/>
              <a:gd name="csY41" fmla="*/ 102870 h 2800350"/>
              <a:gd name="csX42" fmla="*/ 1753005 w 2998875"/>
              <a:gd name="csY42" fmla="*/ 68580 h 2800350"/>
              <a:gd name="csX43" fmla="*/ 1707285 w 2998875"/>
              <a:gd name="csY43" fmla="*/ 34290 h 2800350"/>
              <a:gd name="csX44" fmla="*/ 1615845 w 2998875"/>
              <a:gd name="csY44" fmla="*/ 0 h 2800350"/>
              <a:gd name="csX45" fmla="*/ 1547265 w 2998875"/>
              <a:gd name="csY45" fmla="*/ 22860 h 2800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2998875" h="2800350">
                <a:moveTo>
                  <a:pt x="1547265" y="22860"/>
                </a:moveTo>
                <a:cubicBezTo>
                  <a:pt x="1471065" y="36195"/>
                  <a:pt x="1285557" y="47809"/>
                  <a:pt x="1158645" y="80010"/>
                </a:cubicBezTo>
                <a:cubicBezTo>
                  <a:pt x="795509" y="172149"/>
                  <a:pt x="817713" y="198939"/>
                  <a:pt x="541425" y="377190"/>
                </a:cubicBezTo>
                <a:cubicBezTo>
                  <a:pt x="504089" y="401278"/>
                  <a:pt x="460334" y="416251"/>
                  <a:pt x="427125" y="445770"/>
                </a:cubicBezTo>
                <a:cubicBezTo>
                  <a:pt x="345716" y="518134"/>
                  <a:pt x="288166" y="562469"/>
                  <a:pt x="221385" y="651510"/>
                </a:cubicBezTo>
                <a:cubicBezTo>
                  <a:pt x="194726" y="687055"/>
                  <a:pt x="174668" y="727129"/>
                  <a:pt x="152805" y="765810"/>
                </a:cubicBezTo>
                <a:cubicBezTo>
                  <a:pt x="60719" y="928731"/>
                  <a:pt x="84832" y="881299"/>
                  <a:pt x="27075" y="1040130"/>
                </a:cubicBezTo>
                <a:cubicBezTo>
                  <a:pt x="-11004" y="1287642"/>
                  <a:pt x="-13651" y="1217020"/>
                  <a:pt x="49935" y="1577340"/>
                </a:cubicBezTo>
                <a:cubicBezTo>
                  <a:pt x="61668" y="1643826"/>
                  <a:pt x="88806" y="1706658"/>
                  <a:pt x="107085" y="1771650"/>
                </a:cubicBezTo>
                <a:cubicBezTo>
                  <a:pt x="123099" y="1828588"/>
                  <a:pt x="139105" y="1885561"/>
                  <a:pt x="152805" y="1943100"/>
                </a:cubicBezTo>
                <a:cubicBezTo>
                  <a:pt x="158173" y="1965645"/>
                  <a:pt x="158137" y="1989321"/>
                  <a:pt x="164235" y="2011680"/>
                </a:cubicBezTo>
                <a:cubicBezTo>
                  <a:pt x="169634" y="2031475"/>
                  <a:pt x="180607" y="2049365"/>
                  <a:pt x="187095" y="2068830"/>
                </a:cubicBezTo>
                <a:cubicBezTo>
                  <a:pt x="250665" y="2259539"/>
                  <a:pt x="166509" y="2044673"/>
                  <a:pt x="244245" y="2217420"/>
                </a:cubicBezTo>
                <a:cubicBezTo>
                  <a:pt x="294378" y="2328826"/>
                  <a:pt x="323856" y="2430305"/>
                  <a:pt x="404265" y="2526030"/>
                </a:cubicBezTo>
                <a:cubicBezTo>
                  <a:pt x="447620" y="2577643"/>
                  <a:pt x="498432" y="2623419"/>
                  <a:pt x="552855" y="2663190"/>
                </a:cubicBezTo>
                <a:cubicBezTo>
                  <a:pt x="650717" y="2734705"/>
                  <a:pt x="755183" y="2767121"/>
                  <a:pt x="872895" y="2788920"/>
                </a:cubicBezTo>
                <a:cubicBezTo>
                  <a:pt x="918006" y="2797274"/>
                  <a:pt x="964335" y="2796540"/>
                  <a:pt x="1010055" y="2800350"/>
                </a:cubicBezTo>
                <a:cubicBezTo>
                  <a:pt x="1105305" y="2788920"/>
                  <a:pt x="1202396" y="2787922"/>
                  <a:pt x="1295805" y="2766060"/>
                </a:cubicBezTo>
                <a:cubicBezTo>
                  <a:pt x="1382648" y="2745735"/>
                  <a:pt x="1461507" y="2699122"/>
                  <a:pt x="1547265" y="2674620"/>
                </a:cubicBezTo>
                <a:cubicBezTo>
                  <a:pt x="1720600" y="2625096"/>
                  <a:pt x="1780459" y="2628594"/>
                  <a:pt x="1947315" y="2617470"/>
                </a:cubicBezTo>
                <a:cubicBezTo>
                  <a:pt x="2069235" y="2632710"/>
                  <a:pt x="2192006" y="2642236"/>
                  <a:pt x="2313075" y="2663190"/>
                </a:cubicBezTo>
                <a:cubicBezTo>
                  <a:pt x="2390470" y="2676585"/>
                  <a:pt x="2465218" y="2702350"/>
                  <a:pt x="2541675" y="2720340"/>
                </a:cubicBezTo>
                <a:cubicBezTo>
                  <a:pt x="2594776" y="2732834"/>
                  <a:pt x="2648355" y="2743200"/>
                  <a:pt x="2701695" y="2754630"/>
                </a:cubicBezTo>
                <a:cubicBezTo>
                  <a:pt x="2732175" y="2747010"/>
                  <a:pt x="2766055" y="2747700"/>
                  <a:pt x="2793135" y="2731770"/>
                </a:cubicBezTo>
                <a:cubicBezTo>
                  <a:pt x="2832679" y="2708509"/>
                  <a:pt x="2869339" y="2677663"/>
                  <a:pt x="2896005" y="2640330"/>
                </a:cubicBezTo>
                <a:cubicBezTo>
                  <a:pt x="2962395" y="2547384"/>
                  <a:pt x="2974209" y="2450037"/>
                  <a:pt x="2998875" y="2343150"/>
                </a:cubicBezTo>
                <a:cubicBezTo>
                  <a:pt x="2979825" y="2255520"/>
                  <a:pt x="2971452" y="2164866"/>
                  <a:pt x="2941725" y="2080260"/>
                </a:cubicBezTo>
                <a:cubicBezTo>
                  <a:pt x="2921360" y="2022299"/>
                  <a:pt x="2873101" y="1977280"/>
                  <a:pt x="2850285" y="1920240"/>
                </a:cubicBezTo>
                <a:cubicBezTo>
                  <a:pt x="2835045" y="1882140"/>
                  <a:pt x="2825677" y="1841127"/>
                  <a:pt x="2804565" y="1805940"/>
                </a:cubicBezTo>
                <a:cubicBezTo>
                  <a:pt x="2699463" y="1630769"/>
                  <a:pt x="2846548" y="1879224"/>
                  <a:pt x="2735985" y="1680210"/>
                </a:cubicBezTo>
                <a:cubicBezTo>
                  <a:pt x="2729314" y="1668202"/>
                  <a:pt x="2722408" y="1656046"/>
                  <a:pt x="2713125" y="1645920"/>
                </a:cubicBezTo>
                <a:cubicBezTo>
                  <a:pt x="2680357" y="1610173"/>
                  <a:pt x="2631942" y="1586424"/>
                  <a:pt x="2610255" y="1543050"/>
                </a:cubicBezTo>
                <a:cubicBezTo>
                  <a:pt x="2550484" y="1423509"/>
                  <a:pt x="2572800" y="1484670"/>
                  <a:pt x="2541675" y="1360170"/>
                </a:cubicBezTo>
                <a:cubicBezTo>
                  <a:pt x="2530245" y="1245870"/>
                  <a:pt x="2532981" y="1129252"/>
                  <a:pt x="2507385" y="1017270"/>
                </a:cubicBezTo>
                <a:cubicBezTo>
                  <a:pt x="2501382" y="991007"/>
                  <a:pt x="2468133" y="980256"/>
                  <a:pt x="2450235" y="960120"/>
                </a:cubicBezTo>
                <a:cubicBezTo>
                  <a:pt x="2436116" y="944236"/>
                  <a:pt x="2406023" y="900810"/>
                  <a:pt x="2393085" y="880110"/>
                </a:cubicBezTo>
                <a:cubicBezTo>
                  <a:pt x="2381311" y="861271"/>
                  <a:pt x="2371118" y="841445"/>
                  <a:pt x="2358795" y="822960"/>
                </a:cubicBezTo>
                <a:cubicBezTo>
                  <a:pt x="2325379" y="772836"/>
                  <a:pt x="2286108" y="726504"/>
                  <a:pt x="2255925" y="674370"/>
                </a:cubicBezTo>
                <a:cubicBezTo>
                  <a:pt x="2202135" y="581459"/>
                  <a:pt x="2183249" y="464534"/>
                  <a:pt x="2107335" y="388620"/>
                </a:cubicBezTo>
                <a:cubicBezTo>
                  <a:pt x="2092095" y="373380"/>
                  <a:pt x="2075807" y="359120"/>
                  <a:pt x="2061615" y="342900"/>
                </a:cubicBezTo>
                <a:cubicBezTo>
                  <a:pt x="2006305" y="279688"/>
                  <a:pt x="2043550" y="296444"/>
                  <a:pt x="1958745" y="228600"/>
                </a:cubicBezTo>
                <a:cubicBezTo>
                  <a:pt x="1829569" y="125260"/>
                  <a:pt x="1883478" y="166435"/>
                  <a:pt x="1798725" y="102870"/>
                </a:cubicBezTo>
                <a:lnTo>
                  <a:pt x="1753005" y="68580"/>
                </a:lnTo>
                <a:cubicBezTo>
                  <a:pt x="1737765" y="57150"/>
                  <a:pt x="1725766" y="38910"/>
                  <a:pt x="1707285" y="34290"/>
                </a:cubicBezTo>
                <a:cubicBezTo>
                  <a:pt x="1645035" y="18727"/>
                  <a:pt x="1675616" y="29885"/>
                  <a:pt x="1615845" y="0"/>
                </a:cubicBezTo>
                <a:cubicBezTo>
                  <a:pt x="1535381" y="13411"/>
                  <a:pt x="1623465" y="9525"/>
                  <a:pt x="1547265" y="22860"/>
                </a:cubicBezTo>
                <a:close/>
              </a:path>
            </a:pathLst>
          </a:cu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35" name="Flecha: hacia abajo 34">
            <a:extLst>
              <a:ext uri="{FF2B5EF4-FFF2-40B4-BE49-F238E27FC236}">
                <a16:creationId xmlns:a16="http://schemas.microsoft.com/office/drawing/2014/main" id="{6AA173D7-1434-617C-3C0A-944862C733EF}"/>
              </a:ext>
            </a:extLst>
          </p:cNvPr>
          <p:cNvSpPr/>
          <p:nvPr/>
        </p:nvSpPr>
        <p:spPr>
          <a:xfrm rot="18083347">
            <a:off x="7277100" y="3119438"/>
            <a:ext cx="714375" cy="781050"/>
          </a:xfrm>
          <a:prstGeom prst="downArrow">
            <a:avLst/>
          </a:prstGeom>
          <a:solidFill>
            <a:schemeClr val="accent4">
              <a:lumMod val="40000"/>
              <a:lumOff val="60000"/>
            </a:schemeClr>
          </a:solid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37" name="Forma libre: forma 36">
            <a:extLst>
              <a:ext uri="{FF2B5EF4-FFF2-40B4-BE49-F238E27FC236}">
                <a16:creationId xmlns:a16="http://schemas.microsoft.com/office/drawing/2014/main" id="{04E2244C-A938-F2E9-1398-3A2D811719D8}"/>
              </a:ext>
            </a:extLst>
          </p:cNvPr>
          <p:cNvSpPr/>
          <p:nvPr/>
        </p:nvSpPr>
        <p:spPr>
          <a:xfrm>
            <a:off x="7054850" y="4191000"/>
            <a:ext cx="2786063" cy="1541463"/>
          </a:xfrm>
          <a:custGeom>
            <a:avLst/>
            <a:gdLst>
              <a:gd name="csX0" fmla="*/ 1547265 w 2998875"/>
              <a:gd name="csY0" fmla="*/ 22860 h 2800350"/>
              <a:gd name="csX1" fmla="*/ 1158645 w 2998875"/>
              <a:gd name="csY1" fmla="*/ 80010 h 2800350"/>
              <a:gd name="csX2" fmla="*/ 541425 w 2998875"/>
              <a:gd name="csY2" fmla="*/ 377190 h 2800350"/>
              <a:gd name="csX3" fmla="*/ 427125 w 2998875"/>
              <a:gd name="csY3" fmla="*/ 445770 h 2800350"/>
              <a:gd name="csX4" fmla="*/ 221385 w 2998875"/>
              <a:gd name="csY4" fmla="*/ 651510 h 2800350"/>
              <a:gd name="csX5" fmla="*/ 152805 w 2998875"/>
              <a:gd name="csY5" fmla="*/ 765810 h 2800350"/>
              <a:gd name="csX6" fmla="*/ 27075 w 2998875"/>
              <a:gd name="csY6" fmla="*/ 1040130 h 2800350"/>
              <a:gd name="csX7" fmla="*/ 49935 w 2998875"/>
              <a:gd name="csY7" fmla="*/ 1577340 h 2800350"/>
              <a:gd name="csX8" fmla="*/ 107085 w 2998875"/>
              <a:gd name="csY8" fmla="*/ 1771650 h 2800350"/>
              <a:gd name="csX9" fmla="*/ 152805 w 2998875"/>
              <a:gd name="csY9" fmla="*/ 1943100 h 2800350"/>
              <a:gd name="csX10" fmla="*/ 164235 w 2998875"/>
              <a:gd name="csY10" fmla="*/ 2011680 h 2800350"/>
              <a:gd name="csX11" fmla="*/ 187095 w 2998875"/>
              <a:gd name="csY11" fmla="*/ 2068830 h 2800350"/>
              <a:gd name="csX12" fmla="*/ 244245 w 2998875"/>
              <a:gd name="csY12" fmla="*/ 2217420 h 2800350"/>
              <a:gd name="csX13" fmla="*/ 404265 w 2998875"/>
              <a:gd name="csY13" fmla="*/ 2526030 h 2800350"/>
              <a:gd name="csX14" fmla="*/ 552855 w 2998875"/>
              <a:gd name="csY14" fmla="*/ 2663190 h 2800350"/>
              <a:gd name="csX15" fmla="*/ 872895 w 2998875"/>
              <a:gd name="csY15" fmla="*/ 2788920 h 2800350"/>
              <a:gd name="csX16" fmla="*/ 1010055 w 2998875"/>
              <a:gd name="csY16" fmla="*/ 2800350 h 2800350"/>
              <a:gd name="csX17" fmla="*/ 1295805 w 2998875"/>
              <a:gd name="csY17" fmla="*/ 2766060 h 2800350"/>
              <a:gd name="csX18" fmla="*/ 1547265 w 2998875"/>
              <a:gd name="csY18" fmla="*/ 2674620 h 2800350"/>
              <a:gd name="csX19" fmla="*/ 1947315 w 2998875"/>
              <a:gd name="csY19" fmla="*/ 2617470 h 2800350"/>
              <a:gd name="csX20" fmla="*/ 2313075 w 2998875"/>
              <a:gd name="csY20" fmla="*/ 2663190 h 2800350"/>
              <a:gd name="csX21" fmla="*/ 2541675 w 2998875"/>
              <a:gd name="csY21" fmla="*/ 2720340 h 2800350"/>
              <a:gd name="csX22" fmla="*/ 2701695 w 2998875"/>
              <a:gd name="csY22" fmla="*/ 2754630 h 2800350"/>
              <a:gd name="csX23" fmla="*/ 2793135 w 2998875"/>
              <a:gd name="csY23" fmla="*/ 2731770 h 2800350"/>
              <a:gd name="csX24" fmla="*/ 2896005 w 2998875"/>
              <a:gd name="csY24" fmla="*/ 2640330 h 2800350"/>
              <a:gd name="csX25" fmla="*/ 2998875 w 2998875"/>
              <a:gd name="csY25" fmla="*/ 2343150 h 2800350"/>
              <a:gd name="csX26" fmla="*/ 2941725 w 2998875"/>
              <a:gd name="csY26" fmla="*/ 2080260 h 2800350"/>
              <a:gd name="csX27" fmla="*/ 2850285 w 2998875"/>
              <a:gd name="csY27" fmla="*/ 1920240 h 2800350"/>
              <a:gd name="csX28" fmla="*/ 2804565 w 2998875"/>
              <a:gd name="csY28" fmla="*/ 1805940 h 2800350"/>
              <a:gd name="csX29" fmla="*/ 2735985 w 2998875"/>
              <a:gd name="csY29" fmla="*/ 1680210 h 2800350"/>
              <a:gd name="csX30" fmla="*/ 2713125 w 2998875"/>
              <a:gd name="csY30" fmla="*/ 1645920 h 2800350"/>
              <a:gd name="csX31" fmla="*/ 2610255 w 2998875"/>
              <a:gd name="csY31" fmla="*/ 1543050 h 2800350"/>
              <a:gd name="csX32" fmla="*/ 2541675 w 2998875"/>
              <a:gd name="csY32" fmla="*/ 1360170 h 2800350"/>
              <a:gd name="csX33" fmla="*/ 2507385 w 2998875"/>
              <a:gd name="csY33" fmla="*/ 1017270 h 2800350"/>
              <a:gd name="csX34" fmla="*/ 2450235 w 2998875"/>
              <a:gd name="csY34" fmla="*/ 960120 h 2800350"/>
              <a:gd name="csX35" fmla="*/ 2393085 w 2998875"/>
              <a:gd name="csY35" fmla="*/ 880110 h 2800350"/>
              <a:gd name="csX36" fmla="*/ 2358795 w 2998875"/>
              <a:gd name="csY36" fmla="*/ 822960 h 2800350"/>
              <a:gd name="csX37" fmla="*/ 2255925 w 2998875"/>
              <a:gd name="csY37" fmla="*/ 674370 h 2800350"/>
              <a:gd name="csX38" fmla="*/ 2107335 w 2998875"/>
              <a:gd name="csY38" fmla="*/ 388620 h 2800350"/>
              <a:gd name="csX39" fmla="*/ 2061615 w 2998875"/>
              <a:gd name="csY39" fmla="*/ 342900 h 2800350"/>
              <a:gd name="csX40" fmla="*/ 1958745 w 2998875"/>
              <a:gd name="csY40" fmla="*/ 228600 h 2800350"/>
              <a:gd name="csX41" fmla="*/ 1798725 w 2998875"/>
              <a:gd name="csY41" fmla="*/ 102870 h 2800350"/>
              <a:gd name="csX42" fmla="*/ 1753005 w 2998875"/>
              <a:gd name="csY42" fmla="*/ 68580 h 2800350"/>
              <a:gd name="csX43" fmla="*/ 1707285 w 2998875"/>
              <a:gd name="csY43" fmla="*/ 34290 h 2800350"/>
              <a:gd name="csX44" fmla="*/ 1615845 w 2998875"/>
              <a:gd name="csY44" fmla="*/ 0 h 2800350"/>
              <a:gd name="csX45" fmla="*/ 1547265 w 2998875"/>
              <a:gd name="csY45" fmla="*/ 22860 h 2800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2998875" h="2800350">
                <a:moveTo>
                  <a:pt x="1547265" y="22860"/>
                </a:moveTo>
                <a:cubicBezTo>
                  <a:pt x="1471065" y="36195"/>
                  <a:pt x="1285557" y="47809"/>
                  <a:pt x="1158645" y="80010"/>
                </a:cubicBezTo>
                <a:cubicBezTo>
                  <a:pt x="795509" y="172149"/>
                  <a:pt x="817713" y="198939"/>
                  <a:pt x="541425" y="377190"/>
                </a:cubicBezTo>
                <a:cubicBezTo>
                  <a:pt x="504089" y="401278"/>
                  <a:pt x="460334" y="416251"/>
                  <a:pt x="427125" y="445770"/>
                </a:cubicBezTo>
                <a:cubicBezTo>
                  <a:pt x="345716" y="518134"/>
                  <a:pt x="288166" y="562469"/>
                  <a:pt x="221385" y="651510"/>
                </a:cubicBezTo>
                <a:cubicBezTo>
                  <a:pt x="194726" y="687055"/>
                  <a:pt x="174668" y="727129"/>
                  <a:pt x="152805" y="765810"/>
                </a:cubicBezTo>
                <a:cubicBezTo>
                  <a:pt x="60719" y="928731"/>
                  <a:pt x="84832" y="881299"/>
                  <a:pt x="27075" y="1040130"/>
                </a:cubicBezTo>
                <a:cubicBezTo>
                  <a:pt x="-11004" y="1287642"/>
                  <a:pt x="-13651" y="1217020"/>
                  <a:pt x="49935" y="1577340"/>
                </a:cubicBezTo>
                <a:cubicBezTo>
                  <a:pt x="61668" y="1643826"/>
                  <a:pt x="88806" y="1706658"/>
                  <a:pt x="107085" y="1771650"/>
                </a:cubicBezTo>
                <a:cubicBezTo>
                  <a:pt x="123099" y="1828588"/>
                  <a:pt x="139105" y="1885561"/>
                  <a:pt x="152805" y="1943100"/>
                </a:cubicBezTo>
                <a:cubicBezTo>
                  <a:pt x="158173" y="1965645"/>
                  <a:pt x="158137" y="1989321"/>
                  <a:pt x="164235" y="2011680"/>
                </a:cubicBezTo>
                <a:cubicBezTo>
                  <a:pt x="169634" y="2031475"/>
                  <a:pt x="180607" y="2049365"/>
                  <a:pt x="187095" y="2068830"/>
                </a:cubicBezTo>
                <a:cubicBezTo>
                  <a:pt x="250665" y="2259539"/>
                  <a:pt x="166509" y="2044673"/>
                  <a:pt x="244245" y="2217420"/>
                </a:cubicBezTo>
                <a:cubicBezTo>
                  <a:pt x="294378" y="2328826"/>
                  <a:pt x="323856" y="2430305"/>
                  <a:pt x="404265" y="2526030"/>
                </a:cubicBezTo>
                <a:cubicBezTo>
                  <a:pt x="447620" y="2577643"/>
                  <a:pt x="498432" y="2623419"/>
                  <a:pt x="552855" y="2663190"/>
                </a:cubicBezTo>
                <a:cubicBezTo>
                  <a:pt x="650717" y="2734705"/>
                  <a:pt x="755183" y="2767121"/>
                  <a:pt x="872895" y="2788920"/>
                </a:cubicBezTo>
                <a:cubicBezTo>
                  <a:pt x="918006" y="2797274"/>
                  <a:pt x="964335" y="2796540"/>
                  <a:pt x="1010055" y="2800350"/>
                </a:cubicBezTo>
                <a:cubicBezTo>
                  <a:pt x="1105305" y="2788920"/>
                  <a:pt x="1202396" y="2787922"/>
                  <a:pt x="1295805" y="2766060"/>
                </a:cubicBezTo>
                <a:cubicBezTo>
                  <a:pt x="1382648" y="2745735"/>
                  <a:pt x="1461507" y="2699122"/>
                  <a:pt x="1547265" y="2674620"/>
                </a:cubicBezTo>
                <a:cubicBezTo>
                  <a:pt x="1720600" y="2625096"/>
                  <a:pt x="1780459" y="2628594"/>
                  <a:pt x="1947315" y="2617470"/>
                </a:cubicBezTo>
                <a:cubicBezTo>
                  <a:pt x="2069235" y="2632710"/>
                  <a:pt x="2192006" y="2642236"/>
                  <a:pt x="2313075" y="2663190"/>
                </a:cubicBezTo>
                <a:cubicBezTo>
                  <a:pt x="2390470" y="2676585"/>
                  <a:pt x="2465218" y="2702350"/>
                  <a:pt x="2541675" y="2720340"/>
                </a:cubicBezTo>
                <a:cubicBezTo>
                  <a:pt x="2594776" y="2732834"/>
                  <a:pt x="2648355" y="2743200"/>
                  <a:pt x="2701695" y="2754630"/>
                </a:cubicBezTo>
                <a:cubicBezTo>
                  <a:pt x="2732175" y="2747010"/>
                  <a:pt x="2766055" y="2747700"/>
                  <a:pt x="2793135" y="2731770"/>
                </a:cubicBezTo>
                <a:cubicBezTo>
                  <a:pt x="2832679" y="2708509"/>
                  <a:pt x="2869339" y="2677663"/>
                  <a:pt x="2896005" y="2640330"/>
                </a:cubicBezTo>
                <a:cubicBezTo>
                  <a:pt x="2962395" y="2547384"/>
                  <a:pt x="2974209" y="2450037"/>
                  <a:pt x="2998875" y="2343150"/>
                </a:cubicBezTo>
                <a:cubicBezTo>
                  <a:pt x="2979825" y="2255520"/>
                  <a:pt x="2971452" y="2164866"/>
                  <a:pt x="2941725" y="2080260"/>
                </a:cubicBezTo>
                <a:cubicBezTo>
                  <a:pt x="2921360" y="2022299"/>
                  <a:pt x="2873101" y="1977280"/>
                  <a:pt x="2850285" y="1920240"/>
                </a:cubicBezTo>
                <a:cubicBezTo>
                  <a:pt x="2835045" y="1882140"/>
                  <a:pt x="2825677" y="1841127"/>
                  <a:pt x="2804565" y="1805940"/>
                </a:cubicBezTo>
                <a:cubicBezTo>
                  <a:pt x="2699463" y="1630769"/>
                  <a:pt x="2846548" y="1879224"/>
                  <a:pt x="2735985" y="1680210"/>
                </a:cubicBezTo>
                <a:cubicBezTo>
                  <a:pt x="2729314" y="1668202"/>
                  <a:pt x="2722408" y="1656046"/>
                  <a:pt x="2713125" y="1645920"/>
                </a:cubicBezTo>
                <a:cubicBezTo>
                  <a:pt x="2680357" y="1610173"/>
                  <a:pt x="2631942" y="1586424"/>
                  <a:pt x="2610255" y="1543050"/>
                </a:cubicBezTo>
                <a:cubicBezTo>
                  <a:pt x="2550484" y="1423509"/>
                  <a:pt x="2572800" y="1484670"/>
                  <a:pt x="2541675" y="1360170"/>
                </a:cubicBezTo>
                <a:cubicBezTo>
                  <a:pt x="2530245" y="1245870"/>
                  <a:pt x="2532981" y="1129252"/>
                  <a:pt x="2507385" y="1017270"/>
                </a:cubicBezTo>
                <a:cubicBezTo>
                  <a:pt x="2501382" y="991007"/>
                  <a:pt x="2468133" y="980256"/>
                  <a:pt x="2450235" y="960120"/>
                </a:cubicBezTo>
                <a:cubicBezTo>
                  <a:pt x="2436116" y="944236"/>
                  <a:pt x="2406023" y="900810"/>
                  <a:pt x="2393085" y="880110"/>
                </a:cubicBezTo>
                <a:cubicBezTo>
                  <a:pt x="2381311" y="861271"/>
                  <a:pt x="2371118" y="841445"/>
                  <a:pt x="2358795" y="822960"/>
                </a:cubicBezTo>
                <a:cubicBezTo>
                  <a:pt x="2325379" y="772836"/>
                  <a:pt x="2286108" y="726504"/>
                  <a:pt x="2255925" y="674370"/>
                </a:cubicBezTo>
                <a:cubicBezTo>
                  <a:pt x="2202135" y="581459"/>
                  <a:pt x="2183249" y="464534"/>
                  <a:pt x="2107335" y="388620"/>
                </a:cubicBezTo>
                <a:cubicBezTo>
                  <a:pt x="2092095" y="373380"/>
                  <a:pt x="2075807" y="359120"/>
                  <a:pt x="2061615" y="342900"/>
                </a:cubicBezTo>
                <a:cubicBezTo>
                  <a:pt x="2006305" y="279688"/>
                  <a:pt x="2043550" y="296444"/>
                  <a:pt x="1958745" y="228600"/>
                </a:cubicBezTo>
                <a:cubicBezTo>
                  <a:pt x="1829569" y="125260"/>
                  <a:pt x="1883478" y="166435"/>
                  <a:pt x="1798725" y="102870"/>
                </a:cubicBezTo>
                <a:lnTo>
                  <a:pt x="1753005" y="68580"/>
                </a:lnTo>
                <a:cubicBezTo>
                  <a:pt x="1737765" y="57150"/>
                  <a:pt x="1725766" y="38910"/>
                  <a:pt x="1707285" y="34290"/>
                </a:cubicBezTo>
                <a:cubicBezTo>
                  <a:pt x="1645035" y="18727"/>
                  <a:pt x="1675616" y="29885"/>
                  <a:pt x="1615845" y="0"/>
                </a:cubicBezTo>
                <a:cubicBezTo>
                  <a:pt x="1535381" y="13411"/>
                  <a:pt x="1623465" y="9525"/>
                  <a:pt x="1547265" y="22860"/>
                </a:cubicBezTo>
                <a:close/>
              </a:path>
            </a:pathLst>
          </a:cu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39" name="Flecha: hacia abajo 38">
            <a:extLst>
              <a:ext uri="{FF2B5EF4-FFF2-40B4-BE49-F238E27FC236}">
                <a16:creationId xmlns:a16="http://schemas.microsoft.com/office/drawing/2014/main" id="{E4FA5844-7960-3406-E3EA-2B35EBCB740F}"/>
              </a:ext>
            </a:extLst>
          </p:cNvPr>
          <p:cNvSpPr/>
          <p:nvPr/>
        </p:nvSpPr>
        <p:spPr>
          <a:xfrm rot="2872663">
            <a:off x="11131550" y="2879726"/>
            <a:ext cx="714375" cy="781050"/>
          </a:xfrm>
          <a:prstGeom prst="downArrow">
            <a:avLst/>
          </a:prstGeom>
          <a:solidFill>
            <a:schemeClr val="accent4">
              <a:lumMod val="40000"/>
              <a:lumOff val="60000"/>
            </a:schemeClr>
          </a:solid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41" name="Forma libre: forma 40">
            <a:extLst>
              <a:ext uri="{FF2B5EF4-FFF2-40B4-BE49-F238E27FC236}">
                <a16:creationId xmlns:a16="http://schemas.microsoft.com/office/drawing/2014/main" id="{EC453A88-1AE8-D0D9-D4B7-4281C94CF0F5}"/>
              </a:ext>
            </a:extLst>
          </p:cNvPr>
          <p:cNvSpPr/>
          <p:nvPr/>
        </p:nvSpPr>
        <p:spPr>
          <a:xfrm>
            <a:off x="9520238" y="4252913"/>
            <a:ext cx="2786062" cy="1541462"/>
          </a:xfrm>
          <a:custGeom>
            <a:avLst/>
            <a:gdLst>
              <a:gd name="csX0" fmla="*/ 1547265 w 2998875"/>
              <a:gd name="csY0" fmla="*/ 22860 h 2800350"/>
              <a:gd name="csX1" fmla="*/ 1158645 w 2998875"/>
              <a:gd name="csY1" fmla="*/ 80010 h 2800350"/>
              <a:gd name="csX2" fmla="*/ 541425 w 2998875"/>
              <a:gd name="csY2" fmla="*/ 377190 h 2800350"/>
              <a:gd name="csX3" fmla="*/ 427125 w 2998875"/>
              <a:gd name="csY3" fmla="*/ 445770 h 2800350"/>
              <a:gd name="csX4" fmla="*/ 221385 w 2998875"/>
              <a:gd name="csY4" fmla="*/ 651510 h 2800350"/>
              <a:gd name="csX5" fmla="*/ 152805 w 2998875"/>
              <a:gd name="csY5" fmla="*/ 765810 h 2800350"/>
              <a:gd name="csX6" fmla="*/ 27075 w 2998875"/>
              <a:gd name="csY6" fmla="*/ 1040130 h 2800350"/>
              <a:gd name="csX7" fmla="*/ 49935 w 2998875"/>
              <a:gd name="csY7" fmla="*/ 1577340 h 2800350"/>
              <a:gd name="csX8" fmla="*/ 107085 w 2998875"/>
              <a:gd name="csY8" fmla="*/ 1771650 h 2800350"/>
              <a:gd name="csX9" fmla="*/ 152805 w 2998875"/>
              <a:gd name="csY9" fmla="*/ 1943100 h 2800350"/>
              <a:gd name="csX10" fmla="*/ 164235 w 2998875"/>
              <a:gd name="csY10" fmla="*/ 2011680 h 2800350"/>
              <a:gd name="csX11" fmla="*/ 187095 w 2998875"/>
              <a:gd name="csY11" fmla="*/ 2068830 h 2800350"/>
              <a:gd name="csX12" fmla="*/ 244245 w 2998875"/>
              <a:gd name="csY12" fmla="*/ 2217420 h 2800350"/>
              <a:gd name="csX13" fmla="*/ 404265 w 2998875"/>
              <a:gd name="csY13" fmla="*/ 2526030 h 2800350"/>
              <a:gd name="csX14" fmla="*/ 552855 w 2998875"/>
              <a:gd name="csY14" fmla="*/ 2663190 h 2800350"/>
              <a:gd name="csX15" fmla="*/ 872895 w 2998875"/>
              <a:gd name="csY15" fmla="*/ 2788920 h 2800350"/>
              <a:gd name="csX16" fmla="*/ 1010055 w 2998875"/>
              <a:gd name="csY16" fmla="*/ 2800350 h 2800350"/>
              <a:gd name="csX17" fmla="*/ 1295805 w 2998875"/>
              <a:gd name="csY17" fmla="*/ 2766060 h 2800350"/>
              <a:gd name="csX18" fmla="*/ 1547265 w 2998875"/>
              <a:gd name="csY18" fmla="*/ 2674620 h 2800350"/>
              <a:gd name="csX19" fmla="*/ 1947315 w 2998875"/>
              <a:gd name="csY19" fmla="*/ 2617470 h 2800350"/>
              <a:gd name="csX20" fmla="*/ 2313075 w 2998875"/>
              <a:gd name="csY20" fmla="*/ 2663190 h 2800350"/>
              <a:gd name="csX21" fmla="*/ 2541675 w 2998875"/>
              <a:gd name="csY21" fmla="*/ 2720340 h 2800350"/>
              <a:gd name="csX22" fmla="*/ 2701695 w 2998875"/>
              <a:gd name="csY22" fmla="*/ 2754630 h 2800350"/>
              <a:gd name="csX23" fmla="*/ 2793135 w 2998875"/>
              <a:gd name="csY23" fmla="*/ 2731770 h 2800350"/>
              <a:gd name="csX24" fmla="*/ 2896005 w 2998875"/>
              <a:gd name="csY24" fmla="*/ 2640330 h 2800350"/>
              <a:gd name="csX25" fmla="*/ 2998875 w 2998875"/>
              <a:gd name="csY25" fmla="*/ 2343150 h 2800350"/>
              <a:gd name="csX26" fmla="*/ 2941725 w 2998875"/>
              <a:gd name="csY26" fmla="*/ 2080260 h 2800350"/>
              <a:gd name="csX27" fmla="*/ 2850285 w 2998875"/>
              <a:gd name="csY27" fmla="*/ 1920240 h 2800350"/>
              <a:gd name="csX28" fmla="*/ 2804565 w 2998875"/>
              <a:gd name="csY28" fmla="*/ 1805940 h 2800350"/>
              <a:gd name="csX29" fmla="*/ 2735985 w 2998875"/>
              <a:gd name="csY29" fmla="*/ 1680210 h 2800350"/>
              <a:gd name="csX30" fmla="*/ 2713125 w 2998875"/>
              <a:gd name="csY30" fmla="*/ 1645920 h 2800350"/>
              <a:gd name="csX31" fmla="*/ 2610255 w 2998875"/>
              <a:gd name="csY31" fmla="*/ 1543050 h 2800350"/>
              <a:gd name="csX32" fmla="*/ 2541675 w 2998875"/>
              <a:gd name="csY32" fmla="*/ 1360170 h 2800350"/>
              <a:gd name="csX33" fmla="*/ 2507385 w 2998875"/>
              <a:gd name="csY33" fmla="*/ 1017270 h 2800350"/>
              <a:gd name="csX34" fmla="*/ 2450235 w 2998875"/>
              <a:gd name="csY34" fmla="*/ 960120 h 2800350"/>
              <a:gd name="csX35" fmla="*/ 2393085 w 2998875"/>
              <a:gd name="csY35" fmla="*/ 880110 h 2800350"/>
              <a:gd name="csX36" fmla="*/ 2358795 w 2998875"/>
              <a:gd name="csY36" fmla="*/ 822960 h 2800350"/>
              <a:gd name="csX37" fmla="*/ 2255925 w 2998875"/>
              <a:gd name="csY37" fmla="*/ 674370 h 2800350"/>
              <a:gd name="csX38" fmla="*/ 2107335 w 2998875"/>
              <a:gd name="csY38" fmla="*/ 388620 h 2800350"/>
              <a:gd name="csX39" fmla="*/ 2061615 w 2998875"/>
              <a:gd name="csY39" fmla="*/ 342900 h 2800350"/>
              <a:gd name="csX40" fmla="*/ 1958745 w 2998875"/>
              <a:gd name="csY40" fmla="*/ 228600 h 2800350"/>
              <a:gd name="csX41" fmla="*/ 1798725 w 2998875"/>
              <a:gd name="csY41" fmla="*/ 102870 h 2800350"/>
              <a:gd name="csX42" fmla="*/ 1753005 w 2998875"/>
              <a:gd name="csY42" fmla="*/ 68580 h 2800350"/>
              <a:gd name="csX43" fmla="*/ 1707285 w 2998875"/>
              <a:gd name="csY43" fmla="*/ 34290 h 2800350"/>
              <a:gd name="csX44" fmla="*/ 1615845 w 2998875"/>
              <a:gd name="csY44" fmla="*/ 0 h 2800350"/>
              <a:gd name="csX45" fmla="*/ 1547265 w 2998875"/>
              <a:gd name="csY45" fmla="*/ 22860 h 2800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2998875" h="2800350">
                <a:moveTo>
                  <a:pt x="1547265" y="22860"/>
                </a:moveTo>
                <a:cubicBezTo>
                  <a:pt x="1471065" y="36195"/>
                  <a:pt x="1285557" y="47809"/>
                  <a:pt x="1158645" y="80010"/>
                </a:cubicBezTo>
                <a:cubicBezTo>
                  <a:pt x="795509" y="172149"/>
                  <a:pt x="817713" y="198939"/>
                  <a:pt x="541425" y="377190"/>
                </a:cubicBezTo>
                <a:cubicBezTo>
                  <a:pt x="504089" y="401278"/>
                  <a:pt x="460334" y="416251"/>
                  <a:pt x="427125" y="445770"/>
                </a:cubicBezTo>
                <a:cubicBezTo>
                  <a:pt x="345716" y="518134"/>
                  <a:pt x="288166" y="562469"/>
                  <a:pt x="221385" y="651510"/>
                </a:cubicBezTo>
                <a:cubicBezTo>
                  <a:pt x="194726" y="687055"/>
                  <a:pt x="174668" y="727129"/>
                  <a:pt x="152805" y="765810"/>
                </a:cubicBezTo>
                <a:cubicBezTo>
                  <a:pt x="60719" y="928731"/>
                  <a:pt x="84832" y="881299"/>
                  <a:pt x="27075" y="1040130"/>
                </a:cubicBezTo>
                <a:cubicBezTo>
                  <a:pt x="-11004" y="1287642"/>
                  <a:pt x="-13651" y="1217020"/>
                  <a:pt x="49935" y="1577340"/>
                </a:cubicBezTo>
                <a:cubicBezTo>
                  <a:pt x="61668" y="1643826"/>
                  <a:pt x="88806" y="1706658"/>
                  <a:pt x="107085" y="1771650"/>
                </a:cubicBezTo>
                <a:cubicBezTo>
                  <a:pt x="123099" y="1828588"/>
                  <a:pt x="139105" y="1885561"/>
                  <a:pt x="152805" y="1943100"/>
                </a:cubicBezTo>
                <a:cubicBezTo>
                  <a:pt x="158173" y="1965645"/>
                  <a:pt x="158137" y="1989321"/>
                  <a:pt x="164235" y="2011680"/>
                </a:cubicBezTo>
                <a:cubicBezTo>
                  <a:pt x="169634" y="2031475"/>
                  <a:pt x="180607" y="2049365"/>
                  <a:pt x="187095" y="2068830"/>
                </a:cubicBezTo>
                <a:cubicBezTo>
                  <a:pt x="250665" y="2259539"/>
                  <a:pt x="166509" y="2044673"/>
                  <a:pt x="244245" y="2217420"/>
                </a:cubicBezTo>
                <a:cubicBezTo>
                  <a:pt x="294378" y="2328826"/>
                  <a:pt x="323856" y="2430305"/>
                  <a:pt x="404265" y="2526030"/>
                </a:cubicBezTo>
                <a:cubicBezTo>
                  <a:pt x="447620" y="2577643"/>
                  <a:pt x="498432" y="2623419"/>
                  <a:pt x="552855" y="2663190"/>
                </a:cubicBezTo>
                <a:cubicBezTo>
                  <a:pt x="650717" y="2734705"/>
                  <a:pt x="755183" y="2767121"/>
                  <a:pt x="872895" y="2788920"/>
                </a:cubicBezTo>
                <a:cubicBezTo>
                  <a:pt x="918006" y="2797274"/>
                  <a:pt x="964335" y="2796540"/>
                  <a:pt x="1010055" y="2800350"/>
                </a:cubicBezTo>
                <a:cubicBezTo>
                  <a:pt x="1105305" y="2788920"/>
                  <a:pt x="1202396" y="2787922"/>
                  <a:pt x="1295805" y="2766060"/>
                </a:cubicBezTo>
                <a:cubicBezTo>
                  <a:pt x="1382648" y="2745735"/>
                  <a:pt x="1461507" y="2699122"/>
                  <a:pt x="1547265" y="2674620"/>
                </a:cubicBezTo>
                <a:cubicBezTo>
                  <a:pt x="1720600" y="2625096"/>
                  <a:pt x="1780459" y="2628594"/>
                  <a:pt x="1947315" y="2617470"/>
                </a:cubicBezTo>
                <a:cubicBezTo>
                  <a:pt x="2069235" y="2632710"/>
                  <a:pt x="2192006" y="2642236"/>
                  <a:pt x="2313075" y="2663190"/>
                </a:cubicBezTo>
                <a:cubicBezTo>
                  <a:pt x="2390470" y="2676585"/>
                  <a:pt x="2465218" y="2702350"/>
                  <a:pt x="2541675" y="2720340"/>
                </a:cubicBezTo>
                <a:cubicBezTo>
                  <a:pt x="2594776" y="2732834"/>
                  <a:pt x="2648355" y="2743200"/>
                  <a:pt x="2701695" y="2754630"/>
                </a:cubicBezTo>
                <a:cubicBezTo>
                  <a:pt x="2732175" y="2747010"/>
                  <a:pt x="2766055" y="2747700"/>
                  <a:pt x="2793135" y="2731770"/>
                </a:cubicBezTo>
                <a:cubicBezTo>
                  <a:pt x="2832679" y="2708509"/>
                  <a:pt x="2869339" y="2677663"/>
                  <a:pt x="2896005" y="2640330"/>
                </a:cubicBezTo>
                <a:cubicBezTo>
                  <a:pt x="2962395" y="2547384"/>
                  <a:pt x="2974209" y="2450037"/>
                  <a:pt x="2998875" y="2343150"/>
                </a:cubicBezTo>
                <a:cubicBezTo>
                  <a:pt x="2979825" y="2255520"/>
                  <a:pt x="2971452" y="2164866"/>
                  <a:pt x="2941725" y="2080260"/>
                </a:cubicBezTo>
                <a:cubicBezTo>
                  <a:pt x="2921360" y="2022299"/>
                  <a:pt x="2873101" y="1977280"/>
                  <a:pt x="2850285" y="1920240"/>
                </a:cubicBezTo>
                <a:cubicBezTo>
                  <a:pt x="2835045" y="1882140"/>
                  <a:pt x="2825677" y="1841127"/>
                  <a:pt x="2804565" y="1805940"/>
                </a:cubicBezTo>
                <a:cubicBezTo>
                  <a:pt x="2699463" y="1630769"/>
                  <a:pt x="2846548" y="1879224"/>
                  <a:pt x="2735985" y="1680210"/>
                </a:cubicBezTo>
                <a:cubicBezTo>
                  <a:pt x="2729314" y="1668202"/>
                  <a:pt x="2722408" y="1656046"/>
                  <a:pt x="2713125" y="1645920"/>
                </a:cubicBezTo>
                <a:cubicBezTo>
                  <a:pt x="2680357" y="1610173"/>
                  <a:pt x="2631942" y="1586424"/>
                  <a:pt x="2610255" y="1543050"/>
                </a:cubicBezTo>
                <a:cubicBezTo>
                  <a:pt x="2550484" y="1423509"/>
                  <a:pt x="2572800" y="1484670"/>
                  <a:pt x="2541675" y="1360170"/>
                </a:cubicBezTo>
                <a:cubicBezTo>
                  <a:pt x="2530245" y="1245870"/>
                  <a:pt x="2532981" y="1129252"/>
                  <a:pt x="2507385" y="1017270"/>
                </a:cubicBezTo>
                <a:cubicBezTo>
                  <a:pt x="2501382" y="991007"/>
                  <a:pt x="2468133" y="980256"/>
                  <a:pt x="2450235" y="960120"/>
                </a:cubicBezTo>
                <a:cubicBezTo>
                  <a:pt x="2436116" y="944236"/>
                  <a:pt x="2406023" y="900810"/>
                  <a:pt x="2393085" y="880110"/>
                </a:cubicBezTo>
                <a:cubicBezTo>
                  <a:pt x="2381311" y="861271"/>
                  <a:pt x="2371118" y="841445"/>
                  <a:pt x="2358795" y="822960"/>
                </a:cubicBezTo>
                <a:cubicBezTo>
                  <a:pt x="2325379" y="772836"/>
                  <a:pt x="2286108" y="726504"/>
                  <a:pt x="2255925" y="674370"/>
                </a:cubicBezTo>
                <a:cubicBezTo>
                  <a:pt x="2202135" y="581459"/>
                  <a:pt x="2183249" y="464534"/>
                  <a:pt x="2107335" y="388620"/>
                </a:cubicBezTo>
                <a:cubicBezTo>
                  <a:pt x="2092095" y="373380"/>
                  <a:pt x="2075807" y="359120"/>
                  <a:pt x="2061615" y="342900"/>
                </a:cubicBezTo>
                <a:cubicBezTo>
                  <a:pt x="2006305" y="279688"/>
                  <a:pt x="2043550" y="296444"/>
                  <a:pt x="1958745" y="228600"/>
                </a:cubicBezTo>
                <a:cubicBezTo>
                  <a:pt x="1829569" y="125260"/>
                  <a:pt x="1883478" y="166435"/>
                  <a:pt x="1798725" y="102870"/>
                </a:cubicBezTo>
                <a:lnTo>
                  <a:pt x="1753005" y="68580"/>
                </a:lnTo>
                <a:cubicBezTo>
                  <a:pt x="1737765" y="57150"/>
                  <a:pt x="1725766" y="38910"/>
                  <a:pt x="1707285" y="34290"/>
                </a:cubicBezTo>
                <a:cubicBezTo>
                  <a:pt x="1645035" y="18727"/>
                  <a:pt x="1675616" y="29885"/>
                  <a:pt x="1615845" y="0"/>
                </a:cubicBezTo>
                <a:cubicBezTo>
                  <a:pt x="1535381" y="13411"/>
                  <a:pt x="1623465" y="9525"/>
                  <a:pt x="1547265" y="22860"/>
                </a:cubicBezTo>
                <a:close/>
              </a:path>
            </a:pathLst>
          </a:cu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42" name="Flecha: hacia abajo 41">
            <a:extLst>
              <a:ext uri="{FF2B5EF4-FFF2-40B4-BE49-F238E27FC236}">
                <a16:creationId xmlns:a16="http://schemas.microsoft.com/office/drawing/2014/main" id="{3CA0A37F-4C97-B9D7-C9B2-039C658D8F9C}"/>
              </a:ext>
            </a:extLst>
          </p:cNvPr>
          <p:cNvSpPr/>
          <p:nvPr/>
        </p:nvSpPr>
        <p:spPr>
          <a:xfrm rot="18083347">
            <a:off x="6413500" y="4075113"/>
            <a:ext cx="714375" cy="781050"/>
          </a:xfrm>
          <a:prstGeom prst="downArrow">
            <a:avLst/>
          </a:prstGeom>
          <a:solidFill>
            <a:schemeClr val="accent5">
              <a:lumMod val="60000"/>
              <a:lumOff val="40000"/>
            </a:schemeClr>
          </a:solid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43" name="Flecha: hacia abajo 42">
            <a:extLst>
              <a:ext uri="{FF2B5EF4-FFF2-40B4-BE49-F238E27FC236}">
                <a16:creationId xmlns:a16="http://schemas.microsoft.com/office/drawing/2014/main" id="{77303485-0D59-A0BF-9DB8-89BF23314FA3}"/>
              </a:ext>
            </a:extLst>
          </p:cNvPr>
          <p:cNvSpPr/>
          <p:nvPr/>
        </p:nvSpPr>
        <p:spPr>
          <a:xfrm rot="18083347">
            <a:off x="7959725" y="4135438"/>
            <a:ext cx="714375" cy="781050"/>
          </a:xfrm>
          <a:prstGeom prst="downArrow">
            <a:avLst/>
          </a:prstGeom>
          <a:solidFill>
            <a:schemeClr val="accent5">
              <a:lumMod val="60000"/>
              <a:lumOff val="40000"/>
            </a:schemeClr>
          </a:solid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44" name="Flecha: hacia abajo 43">
            <a:extLst>
              <a:ext uri="{FF2B5EF4-FFF2-40B4-BE49-F238E27FC236}">
                <a16:creationId xmlns:a16="http://schemas.microsoft.com/office/drawing/2014/main" id="{55724EE9-7226-0EBE-7B62-5324BADC4908}"/>
              </a:ext>
            </a:extLst>
          </p:cNvPr>
          <p:cNvSpPr/>
          <p:nvPr/>
        </p:nvSpPr>
        <p:spPr>
          <a:xfrm rot="20482936">
            <a:off x="9483725" y="3852863"/>
            <a:ext cx="714375" cy="781050"/>
          </a:xfrm>
          <a:prstGeom prst="downArrow">
            <a:avLst/>
          </a:prstGeom>
          <a:solidFill>
            <a:schemeClr val="accent5">
              <a:lumMod val="60000"/>
              <a:lumOff val="40000"/>
            </a:schemeClr>
          </a:solid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45" name="Flecha: hacia abajo 44">
            <a:extLst>
              <a:ext uri="{FF2B5EF4-FFF2-40B4-BE49-F238E27FC236}">
                <a16:creationId xmlns:a16="http://schemas.microsoft.com/office/drawing/2014/main" id="{C3BD934B-28E6-2615-F029-741EAC298274}"/>
              </a:ext>
            </a:extLst>
          </p:cNvPr>
          <p:cNvSpPr/>
          <p:nvPr/>
        </p:nvSpPr>
        <p:spPr>
          <a:xfrm rot="1747750">
            <a:off x="11349038" y="3822700"/>
            <a:ext cx="714375" cy="781050"/>
          </a:xfrm>
          <a:prstGeom prst="downArrow">
            <a:avLst/>
          </a:prstGeom>
          <a:solidFill>
            <a:schemeClr val="accent5">
              <a:lumMod val="60000"/>
              <a:lumOff val="40000"/>
            </a:schemeClr>
          </a:solid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arn(inVertical)">
                                      <p:cBhvr>
                                        <p:cTn id="7" dur="500"/>
                                        <p:tgtEl>
                                          <p:spTgt spid="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barn(inVertical)">
                                      <p:cBhvr>
                                        <p:cTn id="12" dur="500"/>
                                        <p:tgtEl>
                                          <p:spTgt spid="30"/>
                                        </p:tgtEl>
                                      </p:cBhvr>
                                    </p:animEffect>
                                  </p:childTnLst>
                                </p:cTn>
                              </p:par>
                              <p:par>
                                <p:cTn id="13" presetID="16" presetClass="entr" presetSubtype="21" fill="hold" nodeType="with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barn(inVertical)">
                                      <p:cBhvr>
                                        <p:cTn id="15" dur="500"/>
                                        <p:tgtEl>
                                          <p:spTgt spid="3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barn(inVertical)">
                                      <p:cBhvr>
                                        <p:cTn id="20" dur="500"/>
                                        <p:tgtEl>
                                          <p:spTgt spid="3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6" presetClass="entr" presetSubtype="21" fill="hold" nodeType="click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barn(inVertical)">
                                      <p:cBhvr>
                                        <p:cTn id="25" dur="500"/>
                                        <p:tgtEl>
                                          <p:spTgt spid="3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barn(inVertical)">
                                      <p:cBhvr>
                                        <p:cTn id="30" dur="500"/>
                                        <p:tgtEl>
                                          <p:spTgt spid="3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6" presetClass="entr" presetSubtype="21" fill="hold" nodeType="click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barn(inVertical)">
                                      <p:cBhvr>
                                        <p:cTn id="35" dur="500"/>
                                        <p:tgtEl>
                                          <p:spTgt spid="4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6" presetClass="entr" presetSubtype="21" fill="hold" grpId="0" nodeType="clickEffect">
                                  <p:stCondLst>
                                    <p:cond delay="0"/>
                                  </p:stCondLst>
                                  <p:childTnLst>
                                    <p:set>
                                      <p:cBhvr>
                                        <p:cTn id="39" dur="1" fill="hold">
                                          <p:stCondLst>
                                            <p:cond delay="0"/>
                                          </p:stCondLst>
                                        </p:cTn>
                                        <p:tgtEl>
                                          <p:spTgt spid="42"/>
                                        </p:tgtEl>
                                        <p:attrNameLst>
                                          <p:attrName>style.visibility</p:attrName>
                                        </p:attrNameLst>
                                      </p:cBhvr>
                                      <p:to>
                                        <p:strVal val="visible"/>
                                      </p:to>
                                    </p:set>
                                    <p:animEffect transition="in" filter="barn(inVertical)">
                                      <p:cBhvr>
                                        <p:cTn id="40" dur="500"/>
                                        <p:tgtEl>
                                          <p:spTgt spid="4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6" presetClass="entr" presetSubtype="21" fill="hold" grpId="0" nodeType="clickEffect">
                                  <p:stCondLst>
                                    <p:cond delay="0"/>
                                  </p:stCondLst>
                                  <p:childTnLst>
                                    <p:set>
                                      <p:cBhvr>
                                        <p:cTn id="44" dur="1" fill="hold">
                                          <p:stCondLst>
                                            <p:cond delay="0"/>
                                          </p:stCondLst>
                                        </p:cTn>
                                        <p:tgtEl>
                                          <p:spTgt spid="43"/>
                                        </p:tgtEl>
                                        <p:attrNameLst>
                                          <p:attrName>style.visibility</p:attrName>
                                        </p:attrNameLst>
                                      </p:cBhvr>
                                      <p:to>
                                        <p:strVal val="visible"/>
                                      </p:to>
                                    </p:set>
                                    <p:animEffect transition="in" filter="barn(inVertical)">
                                      <p:cBhvr>
                                        <p:cTn id="45" dur="500"/>
                                        <p:tgtEl>
                                          <p:spTgt spid="43"/>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6" presetClass="entr" presetSubtype="21" fill="hold" grpId="0" nodeType="click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barn(inVertical)">
                                      <p:cBhvr>
                                        <p:cTn id="50" dur="500"/>
                                        <p:tgtEl>
                                          <p:spTgt spid="4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6" presetClass="entr" presetSubtype="21" fill="hold" grpId="0" nodeType="clickEffect">
                                  <p:stCondLst>
                                    <p:cond delay="0"/>
                                  </p:stCondLst>
                                  <p:childTnLst>
                                    <p:set>
                                      <p:cBhvr>
                                        <p:cTn id="54" dur="1" fill="hold">
                                          <p:stCondLst>
                                            <p:cond delay="0"/>
                                          </p:stCondLst>
                                        </p:cTn>
                                        <p:tgtEl>
                                          <p:spTgt spid="45"/>
                                        </p:tgtEl>
                                        <p:attrNameLst>
                                          <p:attrName>style.visibility</p:attrName>
                                        </p:attrNameLst>
                                      </p:cBhvr>
                                      <p:to>
                                        <p:strVal val="visible"/>
                                      </p:to>
                                    </p:set>
                                    <p:animEffect transition="in" filter="barn(inVertical)">
                                      <p:cBhvr>
                                        <p:cTn id="55" dur="500"/>
                                        <p:tgtEl>
                                          <p:spTgt spid="45"/>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1" fill="hold" grpId="0" nodeType="clickEffect">
                                  <p:stCondLst>
                                    <p:cond delay="0"/>
                                  </p:stCondLst>
                                  <p:childTnLst>
                                    <p:set>
                                      <p:cBhvr>
                                        <p:cTn id="59" dur="1" fill="hold">
                                          <p:stCondLst>
                                            <p:cond delay="0"/>
                                          </p:stCondLst>
                                        </p:cTn>
                                        <p:tgtEl>
                                          <p:spTgt spid="7"/>
                                        </p:tgtEl>
                                        <p:attrNameLst>
                                          <p:attrName>style.visibility</p:attrName>
                                        </p:attrNameLst>
                                      </p:cBhvr>
                                      <p:to>
                                        <p:strVal val="visible"/>
                                      </p:to>
                                    </p:set>
                                    <p:animEffect transition="in" filter="wipe(up)">
                                      <p:cBhvr>
                                        <p:cTn id="60" dur="1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9" grpId="0" animBg="1"/>
      <p:bldP spid="35" grpId="0" animBg="1"/>
      <p:bldP spid="39" grpId="0" animBg="1"/>
      <p:bldP spid="42" grpId="0" animBg="1"/>
      <p:bldP spid="43" grpId="0" animBg="1"/>
      <p:bldP spid="44" grpId="0" animBg="1"/>
      <p:bldP spid="4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618AF-8192-D93E-8A15-4DCFECEDB95B}"/>
            </a:ext>
          </a:extLst>
        </p:cNvPr>
        <p:cNvGrpSpPr/>
        <p:nvPr/>
      </p:nvGrpSpPr>
      <p:grpSpPr>
        <a:xfrm>
          <a:off x="0" y="0"/>
          <a:ext cx="0" cy="0"/>
          <a:chOff x="0" y="0"/>
          <a:chExt cx="0" cy="0"/>
        </a:xfrm>
      </p:grpSpPr>
      <p:sp>
        <p:nvSpPr>
          <p:cNvPr id="5" name="Rectángulo: esquinas diagonales redondeadas 4">
            <a:extLst>
              <a:ext uri="{FF2B5EF4-FFF2-40B4-BE49-F238E27FC236}">
                <a16:creationId xmlns:a16="http://schemas.microsoft.com/office/drawing/2014/main" id="{7C6D1DDD-852E-373D-2E59-C077482B4657}"/>
              </a:ext>
            </a:extLst>
          </p:cNvPr>
          <p:cNvSpPr/>
          <p:nvPr/>
        </p:nvSpPr>
        <p:spPr>
          <a:xfrm>
            <a:off x="263525" y="260350"/>
            <a:ext cx="11664950" cy="1152525"/>
          </a:xfrm>
          <a:prstGeom prst="round2Diag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6" name="CuadroTexto 5">
            <a:extLst>
              <a:ext uri="{FF2B5EF4-FFF2-40B4-BE49-F238E27FC236}">
                <a16:creationId xmlns:a16="http://schemas.microsoft.com/office/drawing/2014/main" id="{41A3C218-DE31-E6FC-35A5-ABDECB692CA4}"/>
              </a:ext>
            </a:extLst>
          </p:cNvPr>
          <p:cNvSpPr txBox="1"/>
          <p:nvPr/>
        </p:nvSpPr>
        <p:spPr>
          <a:xfrm>
            <a:off x="334963" y="328613"/>
            <a:ext cx="10134506" cy="923330"/>
          </a:xfrm>
          <a:prstGeom prst="rect">
            <a:avLst/>
          </a:prstGeom>
          <a:noFill/>
        </p:spPr>
        <p:txBody>
          <a:bodyPr wrap="none">
            <a:spAutoFit/>
          </a:bodyPr>
          <a:lstStyle/>
          <a:p>
            <a:pPr>
              <a:defRPr/>
            </a:pPr>
            <a:r>
              <a:rPr lang="es-ES" sz="5400" b="1" dirty="0" err="1">
                <a:solidFill>
                  <a:schemeClr val="accent4"/>
                </a:solidFill>
                <a:latin typeface="Agency FB" panose="020B0503020202020204" pitchFamily="34" charset="0"/>
              </a:rPr>
              <a:t>Arbol</a:t>
            </a:r>
            <a:r>
              <a:rPr lang="es-ES" sz="5400" b="1" dirty="0">
                <a:solidFill>
                  <a:schemeClr val="accent4"/>
                </a:solidFill>
                <a:latin typeface="Agency FB" panose="020B0503020202020204" pitchFamily="34" charset="0"/>
              </a:rPr>
              <a:t> Binario de Búsqueda – Máximo valor</a:t>
            </a:r>
            <a:endParaRPr lang="es-AR" sz="5400" b="1" dirty="0">
              <a:solidFill>
                <a:schemeClr val="accent4"/>
              </a:solidFill>
              <a:latin typeface="Agency FB" panose="020B0503020202020204" pitchFamily="34" charset="0"/>
            </a:endParaRPr>
          </a:p>
        </p:txBody>
      </p:sp>
      <p:grpSp>
        <p:nvGrpSpPr>
          <p:cNvPr id="28676" name="Google Shape;124;p18">
            <a:extLst>
              <a:ext uri="{FF2B5EF4-FFF2-40B4-BE49-F238E27FC236}">
                <a16:creationId xmlns:a16="http://schemas.microsoft.com/office/drawing/2014/main" id="{D8BD6CC6-414D-D517-E1C1-37818B4F47CF}"/>
              </a:ext>
            </a:extLst>
          </p:cNvPr>
          <p:cNvGrpSpPr>
            <a:grpSpLocks/>
          </p:cNvGrpSpPr>
          <p:nvPr/>
        </p:nvGrpSpPr>
        <p:grpSpPr bwMode="auto">
          <a:xfrm>
            <a:off x="5808663" y="2276475"/>
            <a:ext cx="4659312" cy="2820988"/>
            <a:chOff x="497555" y="1412776"/>
            <a:chExt cx="4680520" cy="3024336"/>
          </a:xfrm>
        </p:grpSpPr>
        <p:grpSp>
          <p:nvGrpSpPr>
            <p:cNvPr id="28681" name="Google Shape;125;p18">
              <a:extLst>
                <a:ext uri="{FF2B5EF4-FFF2-40B4-BE49-F238E27FC236}">
                  <a16:creationId xmlns:a16="http://schemas.microsoft.com/office/drawing/2014/main" id="{0ECD74CA-5373-1C9B-B733-EBAB08DAD835}"/>
                </a:ext>
              </a:extLst>
            </p:cNvPr>
            <p:cNvGrpSpPr>
              <a:grpSpLocks/>
            </p:cNvGrpSpPr>
            <p:nvPr/>
          </p:nvGrpSpPr>
          <p:grpSpPr bwMode="auto">
            <a:xfrm>
              <a:off x="497555" y="1412776"/>
              <a:ext cx="4680520" cy="3024336"/>
              <a:chOff x="839416" y="1700808"/>
              <a:chExt cx="3568700" cy="2423575"/>
            </a:xfrm>
          </p:grpSpPr>
          <p:grpSp>
            <p:nvGrpSpPr>
              <p:cNvPr id="28689" name="Google Shape;126;p18">
                <a:extLst>
                  <a:ext uri="{FF2B5EF4-FFF2-40B4-BE49-F238E27FC236}">
                    <a16:creationId xmlns:a16="http://schemas.microsoft.com/office/drawing/2014/main" id="{B4E16225-7145-0C9F-FD4B-1C954F2C7C2B}"/>
                  </a:ext>
                </a:extLst>
              </p:cNvPr>
              <p:cNvGrpSpPr>
                <a:grpSpLocks/>
              </p:cNvGrpSpPr>
              <p:nvPr/>
            </p:nvGrpSpPr>
            <p:grpSpPr bwMode="auto">
              <a:xfrm>
                <a:off x="839416" y="1700808"/>
                <a:ext cx="3568700" cy="2360838"/>
                <a:chOff x="147639" y="1252014"/>
                <a:chExt cx="3567232" cy="2361884"/>
              </a:xfrm>
            </p:grpSpPr>
            <p:sp>
              <p:nvSpPr>
                <p:cNvPr id="28692" name="Google Shape;127;p18">
                  <a:extLst>
                    <a:ext uri="{FF2B5EF4-FFF2-40B4-BE49-F238E27FC236}">
                      <a16:creationId xmlns:a16="http://schemas.microsoft.com/office/drawing/2014/main" id="{5B990E76-5156-7115-2C6D-098827C1F3E5}"/>
                    </a:ext>
                  </a:extLst>
                </p:cNvPr>
                <p:cNvSpPr>
                  <a:spLocks noChangeArrowheads="1"/>
                </p:cNvSpPr>
                <p:nvPr/>
              </p:nvSpPr>
              <p:spPr bwMode="auto">
                <a:xfrm>
                  <a:off x="1677842" y="1252014"/>
                  <a:ext cx="545720" cy="590812"/>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28693" name="Google Shape;128;p18">
                  <a:extLst>
                    <a:ext uri="{FF2B5EF4-FFF2-40B4-BE49-F238E27FC236}">
                      <a16:creationId xmlns:a16="http://schemas.microsoft.com/office/drawing/2014/main" id="{D2707CFD-8618-C0CB-6DAF-27741B300D18}"/>
                    </a:ext>
                  </a:extLst>
                </p:cNvPr>
                <p:cNvSpPr>
                  <a:spLocks noChangeArrowheads="1"/>
                </p:cNvSpPr>
                <p:nvPr/>
              </p:nvSpPr>
              <p:spPr bwMode="auto">
                <a:xfrm>
                  <a:off x="825839" y="2153923"/>
                  <a:ext cx="548150" cy="590813"/>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28694" name="Google Shape;129;p18">
                  <a:extLst>
                    <a:ext uri="{FF2B5EF4-FFF2-40B4-BE49-F238E27FC236}">
                      <a16:creationId xmlns:a16="http://schemas.microsoft.com/office/drawing/2014/main" id="{3FEEAAA4-88F5-4DE3-23C2-25D9FA37579C}"/>
                    </a:ext>
                  </a:extLst>
                </p:cNvPr>
                <p:cNvSpPr>
                  <a:spLocks noChangeArrowheads="1"/>
                </p:cNvSpPr>
                <p:nvPr/>
              </p:nvSpPr>
              <p:spPr bwMode="auto">
                <a:xfrm>
                  <a:off x="2738896" y="2108896"/>
                  <a:ext cx="545719" cy="589448"/>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28695" name="Google Shape;130;p18">
                  <a:extLst>
                    <a:ext uri="{FF2B5EF4-FFF2-40B4-BE49-F238E27FC236}">
                      <a16:creationId xmlns:a16="http://schemas.microsoft.com/office/drawing/2014/main" id="{C6B107BC-A2B1-8A95-E79F-26A07757A65E}"/>
                    </a:ext>
                  </a:extLst>
                </p:cNvPr>
                <p:cNvSpPr>
                  <a:spLocks noChangeArrowheads="1"/>
                </p:cNvSpPr>
                <p:nvPr/>
              </p:nvSpPr>
              <p:spPr bwMode="auto">
                <a:xfrm>
                  <a:off x="147639" y="3001255"/>
                  <a:ext cx="545719" cy="592177"/>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28696" name="Google Shape;131;p18">
                  <a:extLst>
                    <a:ext uri="{FF2B5EF4-FFF2-40B4-BE49-F238E27FC236}">
                      <a16:creationId xmlns:a16="http://schemas.microsoft.com/office/drawing/2014/main" id="{A0D2B54A-5A87-0A1F-FA57-230BB5238F24}"/>
                    </a:ext>
                  </a:extLst>
                </p:cNvPr>
                <p:cNvSpPr>
                  <a:spLocks noChangeArrowheads="1"/>
                </p:cNvSpPr>
                <p:nvPr/>
              </p:nvSpPr>
              <p:spPr bwMode="auto">
                <a:xfrm>
                  <a:off x="1347250" y="3008077"/>
                  <a:ext cx="545720" cy="590813"/>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sp>
              <p:nvSpPr>
                <p:cNvPr id="28697" name="Google Shape;132;p18">
                  <a:extLst>
                    <a:ext uri="{FF2B5EF4-FFF2-40B4-BE49-F238E27FC236}">
                      <a16:creationId xmlns:a16="http://schemas.microsoft.com/office/drawing/2014/main" id="{2D071893-E9EE-1647-BE09-5DD6278F2697}"/>
                    </a:ext>
                  </a:extLst>
                </p:cNvPr>
                <p:cNvSpPr>
                  <a:spLocks noChangeArrowheads="1"/>
                </p:cNvSpPr>
                <p:nvPr/>
              </p:nvSpPr>
              <p:spPr bwMode="auto">
                <a:xfrm>
                  <a:off x="3169152" y="3023086"/>
                  <a:ext cx="545719" cy="590812"/>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cxnSp>
              <p:nvCxnSpPr>
                <p:cNvPr id="28698" name="Google Shape;133;p18">
                  <a:extLst>
                    <a:ext uri="{FF2B5EF4-FFF2-40B4-BE49-F238E27FC236}">
                      <a16:creationId xmlns:a16="http://schemas.microsoft.com/office/drawing/2014/main" id="{6294B7E8-1253-ECEE-FFF3-5FCABD0D8D61}"/>
                    </a:ext>
                  </a:extLst>
                </p:cNvPr>
                <p:cNvCxnSpPr>
                  <a:cxnSpLocks noChangeShapeType="1"/>
                </p:cNvCxnSpPr>
                <p:nvPr/>
              </p:nvCxnSpPr>
              <p:spPr bwMode="auto">
                <a:xfrm flipH="1">
                  <a:off x="1293772" y="1756865"/>
                  <a:ext cx="465503" cy="483020"/>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28699" name="Google Shape;134;p18">
                  <a:extLst>
                    <a:ext uri="{FF2B5EF4-FFF2-40B4-BE49-F238E27FC236}">
                      <a16:creationId xmlns:a16="http://schemas.microsoft.com/office/drawing/2014/main" id="{8BF7F06E-3922-FC46-CADA-056360026FB8}"/>
                    </a:ext>
                  </a:extLst>
                </p:cNvPr>
                <p:cNvCxnSpPr>
                  <a:cxnSpLocks noChangeShapeType="1"/>
                </p:cNvCxnSpPr>
                <p:nvPr/>
              </p:nvCxnSpPr>
              <p:spPr bwMode="auto">
                <a:xfrm>
                  <a:off x="2223562" y="1717295"/>
                  <a:ext cx="595552" cy="477562"/>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28700" name="Google Shape;135;p18">
                  <a:extLst>
                    <a:ext uri="{FF2B5EF4-FFF2-40B4-BE49-F238E27FC236}">
                      <a16:creationId xmlns:a16="http://schemas.microsoft.com/office/drawing/2014/main" id="{C571FB58-CA11-6084-92EB-875A15929EC4}"/>
                    </a:ext>
                  </a:extLst>
                </p:cNvPr>
                <p:cNvCxnSpPr>
                  <a:cxnSpLocks noChangeShapeType="1"/>
                </p:cNvCxnSpPr>
                <p:nvPr/>
              </p:nvCxnSpPr>
              <p:spPr bwMode="auto">
                <a:xfrm flipH="1">
                  <a:off x="614357" y="2660139"/>
                  <a:ext cx="358546" cy="427076"/>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28701" name="Google Shape;136;p18">
                  <a:extLst>
                    <a:ext uri="{FF2B5EF4-FFF2-40B4-BE49-F238E27FC236}">
                      <a16:creationId xmlns:a16="http://schemas.microsoft.com/office/drawing/2014/main" id="{B2AB4A68-0AAC-564F-FE3C-A365067A131A}"/>
                    </a:ext>
                  </a:extLst>
                </p:cNvPr>
                <p:cNvCxnSpPr>
                  <a:cxnSpLocks noChangeShapeType="1"/>
                </p:cNvCxnSpPr>
                <p:nvPr/>
              </p:nvCxnSpPr>
              <p:spPr bwMode="auto">
                <a:xfrm>
                  <a:off x="1315649" y="2645130"/>
                  <a:ext cx="303853" cy="362947"/>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28702" name="Google Shape;137;p18">
                  <a:extLst>
                    <a:ext uri="{FF2B5EF4-FFF2-40B4-BE49-F238E27FC236}">
                      <a16:creationId xmlns:a16="http://schemas.microsoft.com/office/drawing/2014/main" id="{9C12E400-CA67-6F36-931D-EA1EBC268D08}"/>
                    </a:ext>
                  </a:extLst>
                </p:cNvPr>
                <p:cNvCxnSpPr>
                  <a:cxnSpLocks noChangeShapeType="1"/>
                </p:cNvCxnSpPr>
                <p:nvPr/>
              </p:nvCxnSpPr>
              <p:spPr bwMode="auto">
                <a:xfrm>
                  <a:off x="3017225" y="2702437"/>
                  <a:ext cx="305069" cy="361583"/>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grpSp>
          <p:sp>
            <p:nvSpPr>
              <p:cNvPr id="28690" name="Google Shape;138;p18">
                <a:extLst>
                  <a:ext uri="{FF2B5EF4-FFF2-40B4-BE49-F238E27FC236}">
                    <a16:creationId xmlns:a16="http://schemas.microsoft.com/office/drawing/2014/main" id="{CCBE4EB1-60A0-2A25-B423-B5C323A2DFC9}"/>
                  </a:ext>
                </a:extLst>
              </p:cNvPr>
              <p:cNvSpPr>
                <a:spLocks noChangeArrowheads="1"/>
              </p:cNvSpPr>
              <p:nvPr/>
            </p:nvSpPr>
            <p:spPr bwMode="auto">
              <a:xfrm>
                <a:off x="2789738" y="3533833"/>
                <a:ext cx="547160" cy="590550"/>
              </a:xfrm>
              <a:prstGeom prst="ellipse">
                <a:avLst/>
              </a:prstGeom>
              <a:noFill/>
              <a:ln w="57150">
                <a:solidFill>
                  <a:srgbClr val="3B3838"/>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buClr>
                    <a:srgbClr val="000000"/>
                  </a:buClr>
                  <a:buSzPts val="1800"/>
                  <a:buFont typeface="Arial" panose="020B0604020202020204" pitchFamily="34" charset="0"/>
                  <a:buNone/>
                </a:pPr>
                <a:endParaRPr lang="es-AR" altLang="es-AR">
                  <a:solidFill>
                    <a:srgbClr val="000000"/>
                  </a:solidFill>
                  <a:cs typeface="Tahoma" panose="020B0604030504040204" pitchFamily="34" charset="0"/>
                  <a:sym typeface="Tahoma" panose="020B0604030504040204" pitchFamily="34" charset="0"/>
                </a:endParaRPr>
              </a:p>
            </p:txBody>
          </p:sp>
          <p:cxnSp>
            <p:nvCxnSpPr>
              <p:cNvPr id="28691" name="Google Shape;139;p18">
                <a:extLst>
                  <a:ext uri="{FF2B5EF4-FFF2-40B4-BE49-F238E27FC236}">
                    <a16:creationId xmlns:a16="http://schemas.microsoft.com/office/drawing/2014/main" id="{33330C62-9C38-F3BA-A909-B7DA75B34A67}"/>
                  </a:ext>
                </a:extLst>
              </p:cNvPr>
              <p:cNvCxnSpPr>
                <a:cxnSpLocks noChangeShapeType="1"/>
              </p:cNvCxnSpPr>
              <p:nvPr/>
            </p:nvCxnSpPr>
            <p:spPr bwMode="auto">
              <a:xfrm flipH="1">
                <a:off x="3257864" y="3192869"/>
                <a:ext cx="357478" cy="426887"/>
              </a:xfrm>
              <a:prstGeom prst="straightConnector1">
                <a:avLst/>
              </a:prstGeom>
              <a:noFill/>
              <a:ln w="57150">
                <a:solidFill>
                  <a:srgbClr val="3B3838"/>
                </a:solidFill>
                <a:miter lim="800000"/>
                <a:headEnd type="none" w="sm" len="sm"/>
                <a:tailEnd type="none" w="sm" len="sm"/>
              </a:ln>
              <a:extLst>
                <a:ext uri="{909E8E84-426E-40DD-AFC4-6F175D3DCCD1}">
                  <a14:hiddenFill xmlns:a14="http://schemas.microsoft.com/office/drawing/2010/main">
                    <a:noFill/>
                  </a14:hiddenFill>
                </a:ext>
              </a:extLst>
            </p:spPr>
          </p:cxnSp>
        </p:grpSp>
        <p:sp>
          <p:nvSpPr>
            <p:cNvPr id="28682" name="Google Shape;140;p18">
              <a:extLst>
                <a:ext uri="{FF2B5EF4-FFF2-40B4-BE49-F238E27FC236}">
                  <a16:creationId xmlns:a16="http://schemas.microsoft.com/office/drawing/2014/main" id="{E59333BC-D09C-9290-929A-784F98607874}"/>
                </a:ext>
              </a:extLst>
            </p:cNvPr>
            <p:cNvSpPr txBox="1">
              <a:spLocks noChangeArrowheads="1"/>
            </p:cNvSpPr>
            <p:nvPr/>
          </p:nvSpPr>
          <p:spPr bwMode="auto">
            <a:xfrm>
              <a:off x="2610849" y="1531588"/>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15</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28683" name="Google Shape;141;p18">
              <a:extLst>
                <a:ext uri="{FF2B5EF4-FFF2-40B4-BE49-F238E27FC236}">
                  <a16:creationId xmlns:a16="http://schemas.microsoft.com/office/drawing/2014/main" id="{E554CA6F-D068-7AD7-587A-FE9F8FE645FE}"/>
                </a:ext>
              </a:extLst>
            </p:cNvPr>
            <p:cNvSpPr txBox="1">
              <a:spLocks noChangeArrowheads="1"/>
            </p:cNvSpPr>
            <p:nvPr/>
          </p:nvSpPr>
          <p:spPr bwMode="auto">
            <a:xfrm>
              <a:off x="4019641" y="2588463"/>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24</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28684" name="Google Shape;142;p18">
              <a:extLst>
                <a:ext uri="{FF2B5EF4-FFF2-40B4-BE49-F238E27FC236}">
                  <a16:creationId xmlns:a16="http://schemas.microsoft.com/office/drawing/2014/main" id="{EC16B9D6-6597-27DF-3A33-87C53E16B297}"/>
                </a:ext>
              </a:extLst>
            </p:cNvPr>
            <p:cNvSpPr txBox="1">
              <a:spLocks noChangeArrowheads="1"/>
            </p:cNvSpPr>
            <p:nvPr/>
          </p:nvSpPr>
          <p:spPr bwMode="auto">
            <a:xfrm>
              <a:off x="3144750" y="3807150"/>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16</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28685" name="Google Shape;143;p18">
              <a:extLst>
                <a:ext uri="{FF2B5EF4-FFF2-40B4-BE49-F238E27FC236}">
                  <a16:creationId xmlns:a16="http://schemas.microsoft.com/office/drawing/2014/main" id="{DAD786D0-CC45-84D4-40BD-6300D38685A0}"/>
                </a:ext>
              </a:extLst>
            </p:cNvPr>
            <p:cNvSpPr txBox="1">
              <a:spLocks noChangeArrowheads="1"/>
            </p:cNvSpPr>
            <p:nvPr/>
          </p:nvSpPr>
          <p:spPr bwMode="auto">
            <a:xfrm>
              <a:off x="4593580" y="3785014"/>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30</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28686" name="Google Shape;144;p18">
              <a:extLst>
                <a:ext uri="{FF2B5EF4-FFF2-40B4-BE49-F238E27FC236}">
                  <a16:creationId xmlns:a16="http://schemas.microsoft.com/office/drawing/2014/main" id="{35118D18-1BB3-9EF3-C8A1-9920D8C1F015}"/>
                </a:ext>
              </a:extLst>
            </p:cNvPr>
            <p:cNvSpPr txBox="1">
              <a:spLocks noChangeArrowheads="1"/>
            </p:cNvSpPr>
            <p:nvPr/>
          </p:nvSpPr>
          <p:spPr bwMode="auto">
            <a:xfrm>
              <a:off x="1525401" y="2662748"/>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8</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28687" name="Google Shape;145;p18">
              <a:extLst>
                <a:ext uri="{FF2B5EF4-FFF2-40B4-BE49-F238E27FC236}">
                  <a16:creationId xmlns:a16="http://schemas.microsoft.com/office/drawing/2014/main" id="{738CF30E-0ECB-EA7E-680B-6111B9561051}"/>
                </a:ext>
              </a:extLst>
            </p:cNvPr>
            <p:cNvSpPr txBox="1">
              <a:spLocks noChangeArrowheads="1"/>
            </p:cNvSpPr>
            <p:nvPr/>
          </p:nvSpPr>
          <p:spPr bwMode="auto">
            <a:xfrm>
              <a:off x="2163841" y="3732688"/>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12</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28688" name="Google Shape;146;p18">
              <a:extLst>
                <a:ext uri="{FF2B5EF4-FFF2-40B4-BE49-F238E27FC236}">
                  <a16:creationId xmlns:a16="http://schemas.microsoft.com/office/drawing/2014/main" id="{1530E1F7-AB3E-E7CE-200C-04B56C30ADBD}"/>
                </a:ext>
              </a:extLst>
            </p:cNvPr>
            <p:cNvSpPr txBox="1">
              <a:spLocks noChangeArrowheads="1"/>
            </p:cNvSpPr>
            <p:nvPr/>
          </p:nvSpPr>
          <p:spPr bwMode="auto">
            <a:xfrm>
              <a:off x="661305" y="3727872"/>
              <a:ext cx="538151" cy="461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400"/>
                <a:buFont typeface="Consolas" panose="020B0609020204030204" pitchFamily="49" charset="0"/>
                <a:buNone/>
              </a:pPr>
              <a:r>
                <a:rPr lang="en-US" altLang="es-AR" sz="240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7</a:t>
              </a:r>
              <a:endParaRPr lang="es-AR" altLang="es-AR" sz="1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grpSp>
      <p:sp>
        <p:nvSpPr>
          <p:cNvPr id="28677" name="Google Shape;123;p18">
            <a:extLst>
              <a:ext uri="{FF2B5EF4-FFF2-40B4-BE49-F238E27FC236}">
                <a16:creationId xmlns:a16="http://schemas.microsoft.com/office/drawing/2014/main" id="{6E1C08E5-9707-BD66-73C6-E6961B703A92}"/>
              </a:ext>
            </a:extLst>
          </p:cNvPr>
          <p:cNvSpPr txBox="1">
            <a:spLocks noChangeArrowheads="1"/>
          </p:cNvSpPr>
          <p:nvPr/>
        </p:nvSpPr>
        <p:spPr bwMode="auto">
          <a:xfrm>
            <a:off x="352425" y="1639888"/>
            <a:ext cx="3978275" cy="5293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200"/>
              <a:buFont typeface="Consolas" panose="020B0609020204030204" pitchFamily="49" charset="0"/>
              <a:buNone/>
            </a:pPr>
            <a:r>
              <a:rPr lang="en-US" altLang="es-AR" sz="22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Programa</a:t>
            </a: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2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arboles</a:t>
            </a: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endParaRPr lang="es-AR"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Type</a:t>
            </a:r>
            <a:endParaRPr lang="es-AR"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arbol = ^</a:t>
            </a:r>
            <a:r>
              <a:rPr lang="en-US" altLang="es-AR" sz="22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nodo</a:t>
            </a: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endParaRPr lang="es-AR"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Tahoma" panose="020B0604030504040204" pitchFamily="34"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2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nodo</a:t>
            </a: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 record</a:t>
            </a:r>
            <a:endParaRPr lang="es-AR"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2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dato</a:t>
            </a: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integer;</a:t>
            </a:r>
            <a:endParaRPr lang="es-AR"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HI: arbol;</a:t>
            </a:r>
            <a:endParaRPr lang="es-AR"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HD: arbol;</a:t>
            </a:r>
            <a:endParaRPr lang="es-AR"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endParaRPr>
          </a:p>
          <a:p>
            <a:pPr algn="just">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end;</a:t>
            </a:r>
            <a:endParaRPr lang="es-AR" altLang="es-AR" sz="1400" dirty="0">
              <a:solidFill>
                <a:srgbClr val="000000"/>
              </a:solidFill>
              <a:latin typeface="Arial" panose="020B0604020202020204" pitchFamily="34" charset="0"/>
              <a:cs typeface="Arial" panose="020B0604020202020204" pitchFamily="34" charset="0"/>
              <a:sym typeface="Arial" panose="020B0604020202020204" pitchFamily="34" charset="0"/>
            </a:endParaRPr>
          </a:p>
          <a:p>
            <a:pPr algn="just">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Var</a:t>
            </a:r>
            <a:endParaRPr lang="es-AR" altLang="es-AR" sz="1400" dirty="0">
              <a:solidFill>
                <a:srgbClr val="000000"/>
              </a:solidFill>
              <a:latin typeface="Arial" panose="020B0604020202020204" pitchFamily="34" charset="0"/>
              <a:cs typeface="Arial" panose="020B0604020202020204" pitchFamily="34" charset="0"/>
              <a:sym typeface="Arial" panose="020B0604020202020204" pitchFamily="34" charset="0"/>
            </a:endParaRPr>
          </a:p>
          <a:p>
            <a:pPr algn="just">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200" b="1" dirty="0">
                <a:solidFill>
                  <a:srgbClr val="FFC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a:arbol; </a:t>
            </a:r>
            <a:r>
              <a:rPr lang="en-US" altLang="es-AR" sz="2200" b="1" dirty="0" err="1">
                <a:solidFill>
                  <a:srgbClr val="FFC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max:integer</a:t>
            </a:r>
            <a:r>
              <a:rPr lang="en-US" altLang="es-AR" sz="2200" b="1" dirty="0">
                <a:solidFill>
                  <a:srgbClr val="FFC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endParaRPr lang="es-AR" altLang="es-AR" sz="1400" dirty="0">
              <a:solidFill>
                <a:srgbClr val="000000"/>
              </a:solidFill>
              <a:latin typeface="Arial" panose="020B0604020202020204" pitchFamily="34" charset="0"/>
              <a:cs typeface="Arial" panose="020B0604020202020204" pitchFamily="34" charset="0"/>
              <a:sym typeface="Arial" panose="020B0604020202020204" pitchFamily="34" charset="0"/>
            </a:endParaRPr>
          </a:p>
          <a:p>
            <a:pPr algn="just">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Begin</a:t>
            </a:r>
            <a:endParaRPr lang="es-AR" altLang="es-AR" sz="1400" dirty="0">
              <a:solidFill>
                <a:srgbClr val="000000"/>
              </a:solidFill>
              <a:latin typeface="Arial" panose="020B0604020202020204" pitchFamily="34" charset="0"/>
              <a:cs typeface="Arial" panose="020B0604020202020204" pitchFamily="34" charset="0"/>
              <a:sym typeface="Arial" panose="020B0604020202020204" pitchFamily="34" charset="0"/>
            </a:endParaRPr>
          </a:p>
          <a:p>
            <a:pPr algn="just">
              <a:buClr>
                <a:srgbClr val="000000"/>
              </a:buClr>
              <a:buSzPts val="2200"/>
              <a:buFont typeface="Consolas" panose="020B0609020204030204" pitchFamily="49" charset="0"/>
              <a:buNone/>
            </a:pP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s-E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cargar(a);</a:t>
            </a:r>
          </a:p>
          <a:p>
            <a:pPr algn="just">
              <a:buClr>
                <a:srgbClr val="000000"/>
              </a:buClr>
              <a:buSzPts val="2200"/>
              <a:buFont typeface="Consolas" panose="020B0609020204030204" pitchFamily="49" charset="0"/>
              <a:buNone/>
            </a:pPr>
            <a:r>
              <a:rPr lang="es-E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s-ES" altLang="es-AR" sz="24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max</a:t>
            </a:r>
            <a:r>
              <a:rPr lang="es-ES" altLang="es-AR" sz="24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-1:</a:t>
            </a:r>
          </a:p>
          <a:p>
            <a:pPr algn="just">
              <a:buClr>
                <a:srgbClr val="000000"/>
              </a:buClr>
              <a:buSzPts val="2200"/>
              <a:buFont typeface="Consolas" panose="020B0609020204030204" pitchFamily="49" charset="0"/>
              <a:buNone/>
            </a:pPr>
            <a:r>
              <a:rPr lang="es-ES" altLang="es-AR" sz="2400" dirty="0">
                <a:solidFill>
                  <a:srgbClr val="000000"/>
                </a:solidFill>
                <a:latin typeface="Consolas" panose="020B0609020204030204" pitchFamily="49" charset="0"/>
                <a:cs typeface="Arial" panose="020B0604020202020204" pitchFamily="34" charset="0"/>
                <a:sym typeface="Consolas" panose="020B0609020204030204" pitchFamily="49" charset="0"/>
              </a:rPr>
              <a:t> </a:t>
            </a:r>
            <a:r>
              <a:rPr lang="es-ES" altLang="es-AR" sz="2400" dirty="0" err="1">
                <a:solidFill>
                  <a:srgbClr val="000000"/>
                </a:solidFill>
                <a:latin typeface="Consolas" panose="020B0609020204030204" pitchFamily="49" charset="0"/>
                <a:cs typeface="Arial" panose="020B0604020202020204" pitchFamily="34" charset="0"/>
                <a:sym typeface="Consolas" panose="020B0609020204030204" pitchFamily="49" charset="0"/>
              </a:rPr>
              <a:t>maximo</a:t>
            </a:r>
            <a:r>
              <a:rPr lang="es-ES" altLang="es-AR" sz="2400" dirty="0">
                <a:solidFill>
                  <a:srgbClr val="000000"/>
                </a:solidFill>
                <a:latin typeface="Consolas" panose="020B0609020204030204" pitchFamily="49" charset="0"/>
                <a:cs typeface="Arial" panose="020B0604020202020204" pitchFamily="34" charset="0"/>
                <a:sym typeface="Consolas" panose="020B0609020204030204" pitchFamily="49" charset="0"/>
              </a:rPr>
              <a:t> (</a:t>
            </a:r>
            <a:r>
              <a:rPr lang="es-ES" altLang="es-AR" sz="2400" dirty="0" err="1">
                <a:solidFill>
                  <a:srgbClr val="000000"/>
                </a:solidFill>
                <a:latin typeface="Consolas" panose="020B0609020204030204" pitchFamily="49" charset="0"/>
                <a:cs typeface="Arial" panose="020B0604020202020204" pitchFamily="34" charset="0"/>
                <a:sym typeface="Consolas" panose="020B0609020204030204" pitchFamily="49" charset="0"/>
              </a:rPr>
              <a:t>a,max</a:t>
            </a:r>
            <a:r>
              <a:rPr lang="es-ES" altLang="es-AR" sz="2400" dirty="0">
                <a:solidFill>
                  <a:srgbClr val="000000"/>
                </a:solidFill>
                <a:latin typeface="Consolas" panose="020B0609020204030204" pitchFamily="49" charset="0"/>
                <a:cs typeface="Arial" panose="020B0604020202020204" pitchFamily="34" charset="0"/>
                <a:sym typeface="Consolas" panose="020B0609020204030204" pitchFamily="49" charset="0"/>
              </a:rPr>
              <a:t>);</a:t>
            </a:r>
            <a:endParaRPr lang="es-AR" altLang="es-AR" sz="2400" dirty="0">
              <a:solidFill>
                <a:srgbClr val="000000"/>
              </a:solidFill>
              <a:latin typeface="Consolas" panose="020B0609020204030204" pitchFamily="49" charset="0"/>
              <a:cs typeface="Arial" panose="020B0604020202020204" pitchFamily="34" charset="0"/>
              <a:sym typeface="Arial" panose="020B0604020202020204" pitchFamily="34" charset="0"/>
            </a:endParaRPr>
          </a:p>
          <a:p>
            <a:pPr algn="just">
              <a:buClr>
                <a:srgbClr val="000000"/>
              </a:buClr>
              <a:buSzPts val="2200"/>
              <a:buFont typeface="Consolas" panose="020B0609020204030204" pitchFamily="49" charset="0"/>
              <a:buNone/>
            </a:pPr>
            <a:r>
              <a:rPr lang="en-US" altLang="es-AR" sz="2400" dirty="0">
                <a:solidFill>
                  <a:srgbClr val="000000"/>
                </a:solidFill>
                <a:latin typeface="Consolas" panose="020B0609020204030204" pitchFamily="49" charset="0"/>
                <a:cs typeface="Arial" panose="020B0604020202020204" pitchFamily="34" charset="0"/>
                <a:sym typeface="Consolas" panose="020B0609020204030204" pitchFamily="49" charset="0"/>
              </a:rPr>
              <a:t>End</a:t>
            </a:r>
            <a:r>
              <a:rPr lang="en-US" altLang="es-AR" sz="22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endParaRPr lang="es-AR" altLang="es-AR" sz="1400" dirty="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28678" name="Google Shape;123;p18">
            <a:extLst>
              <a:ext uri="{FF2B5EF4-FFF2-40B4-BE49-F238E27FC236}">
                <a16:creationId xmlns:a16="http://schemas.microsoft.com/office/drawing/2014/main" id="{A3AE1FDF-3686-1879-EE5F-22A9F186A9B4}"/>
              </a:ext>
            </a:extLst>
          </p:cNvPr>
          <p:cNvSpPr txBox="1">
            <a:spLocks noChangeArrowheads="1"/>
          </p:cNvSpPr>
          <p:nvPr/>
        </p:nvSpPr>
        <p:spPr bwMode="auto">
          <a:xfrm>
            <a:off x="8591550" y="2119313"/>
            <a:ext cx="60166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buClr>
                <a:srgbClr val="000000"/>
              </a:buClr>
              <a:buSzPts val="2200"/>
              <a:buFont typeface="Consolas" panose="020B0609020204030204" pitchFamily="49" charset="0"/>
              <a:buNone/>
            </a:pPr>
            <a:r>
              <a:rPr lang="en-US" altLang="es-AR" sz="3000" b="1">
                <a:solidFill>
                  <a:srgbClr val="FFC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a:t>
            </a:r>
            <a:endParaRPr lang="es-AR" altLang="es-AR" sz="30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10" name="6 CuadroTexto">
            <a:extLst>
              <a:ext uri="{FF2B5EF4-FFF2-40B4-BE49-F238E27FC236}">
                <a16:creationId xmlns:a16="http://schemas.microsoft.com/office/drawing/2014/main" id="{6FDEC9FF-4014-790A-7A60-29AE8291EFCC}"/>
              </a:ext>
            </a:extLst>
          </p:cNvPr>
          <p:cNvSpPr txBox="1"/>
          <p:nvPr/>
        </p:nvSpPr>
        <p:spPr bwMode="auto">
          <a:xfrm>
            <a:off x="9934575" y="2119313"/>
            <a:ext cx="1925638" cy="708025"/>
          </a:xfrm>
          <a:prstGeom prst="rect">
            <a:avLst/>
          </a:prstGeom>
          <a:noFill/>
          <a:ln w="38100">
            <a:solidFill>
              <a:schemeClr val="bg1"/>
            </a:solidFill>
          </a:ln>
        </p:spPr>
        <p:style>
          <a:lnRef idx="1">
            <a:schemeClr val="accent4"/>
          </a:lnRef>
          <a:fillRef idx="2">
            <a:schemeClr val="accent4"/>
          </a:fillRef>
          <a:effectRef idx="1">
            <a:schemeClr val="accent4"/>
          </a:effectRef>
          <a:fontRef idx="minor">
            <a:schemeClr val="dk1"/>
          </a:fontRef>
        </p:style>
        <p:txBody>
          <a:bodyPr>
            <a:spAutoFit/>
          </a:bodyPr>
          <a:lstStyle/>
          <a:p>
            <a:pPr algn="ctr" eaLnBrk="1" hangingPunct="1">
              <a:buClr>
                <a:srgbClr val="FFCC66"/>
              </a:buClr>
              <a:defRPr/>
            </a:pPr>
            <a:r>
              <a:rPr lang="es-ES_tradnl" sz="4000" dirty="0">
                <a:latin typeface="Agency FB" panose="020B0503020202020204" pitchFamily="34" charset="0"/>
              </a:rPr>
              <a:t>7 nodos</a:t>
            </a:r>
          </a:p>
        </p:txBody>
      </p:sp>
      <p:sp>
        <p:nvSpPr>
          <p:cNvPr id="11" name="6 CuadroTexto">
            <a:extLst>
              <a:ext uri="{FF2B5EF4-FFF2-40B4-BE49-F238E27FC236}">
                <a16:creationId xmlns:a16="http://schemas.microsoft.com/office/drawing/2014/main" id="{7082E04B-7EB4-163B-D928-EA6BDBDE5F29}"/>
              </a:ext>
            </a:extLst>
          </p:cNvPr>
          <p:cNvSpPr txBox="1"/>
          <p:nvPr/>
        </p:nvSpPr>
        <p:spPr bwMode="auto">
          <a:xfrm>
            <a:off x="5443538" y="5272088"/>
            <a:ext cx="6535737" cy="1477328"/>
          </a:xfrm>
          <a:prstGeom prst="rect">
            <a:avLst/>
          </a:prstGeom>
          <a:noFill/>
          <a:ln w="38100">
            <a:solidFill>
              <a:schemeClr val="accent6">
                <a:lumMod val="75000"/>
              </a:schemeClr>
            </a:solidFill>
            <a:prstDash val="sysDot"/>
          </a:ln>
        </p:spPr>
        <p:style>
          <a:lnRef idx="1">
            <a:schemeClr val="accent4"/>
          </a:lnRef>
          <a:fillRef idx="2">
            <a:schemeClr val="accent4"/>
          </a:fillRef>
          <a:effectRef idx="1">
            <a:schemeClr val="accent4"/>
          </a:effectRef>
          <a:fontRef idx="minor">
            <a:schemeClr val="dk1"/>
          </a:fontRef>
        </p:style>
        <p:txBody>
          <a:bodyPr>
            <a:spAutoFit/>
          </a:bodyPr>
          <a:lstStyle/>
          <a:p>
            <a:pPr algn="just" eaLnBrk="1" hangingPunct="1">
              <a:buClr>
                <a:srgbClr val="FFCC66"/>
              </a:buClr>
              <a:defRPr/>
            </a:pPr>
            <a:r>
              <a:rPr lang="es-ES" sz="3000" dirty="0">
                <a:latin typeface="Agency FB" panose="020B0503020202020204" pitchFamily="34" charset="0"/>
              </a:rPr>
              <a:t>Nuevamente puedo modificar el algoritmo que recorre el árbol para que por cada nodo compare si el es máximo</a:t>
            </a:r>
          </a:p>
        </p:txBody>
      </p:sp>
    </p:spTree>
    <p:extLst>
      <p:ext uri="{BB962C8B-B14F-4D97-AF65-F5344CB8AC3E}">
        <p14:creationId xmlns:p14="http://schemas.microsoft.com/office/powerpoint/2010/main" val="1372483915"/>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1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F30F6-ABBC-B451-D68B-980678FAE601}"/>
            </a:ext>
          </a:extLst>
        </p:cNvPr>
        <p:cNvGrpSpPr/>
        <p:nvPr/>
      </p:nvGrpSpPr>
      <p:grpSpPr>
        <a:xfrm>
          <a:off x="0" y="0"/>
          <a:ext cx="0" cy="0"/>
          <a:chOff x="0" y="0"/>
          <a:chExt cx="0" cy="0"/>
        </a:xfrm>
      </p:grpSpPr>
      <p:sp>
        <p:nvSpPr>
          <p:cNvPr id="5" name="Rectángulo: esquinas diagonales redondeadas 4">
            <a:extLst>
              <a:ext uri="{FF2B5EF4-FFF2-40B4-BE49-F238E27FC236}">
                <a16:creationId xmlns:a16="http://schemas.microsoft.com/office/drawing/2014/main" id="{83D4EA95-7C7E-B002-F6E5-C1BC9DA70BB5}"/>
              </a:ext>
            </a:extLst>
          </p:cNvPr>
          <p:cNvSpPr/>
          <p:nvPr/>
        </p:nvSpPr>
        <p:spPr>
          <a:xfrm>
            <a:off x="263525" y="260350"/>
            <a:ext cx="11664950" cy="1152525"/>
          </a:xfrm>
          <a:prstGeom prst="round2Diag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6" name="CuadroTexto 5">
            <a:extLst>
              <a:ext uri="{FF2B5EF4-FFF2-40B4-BE49-F238E27FC236}">
                <a16:creationId xmlns:a16="http://schemas.microsoft.com/office/drawing/2014/main" id="{23529536-0CEE-B88F-45A6-B2F48E20D2DE}"/>
              </a:ext>
            </a:extLst>
          </p:cNvPr>
          <p:cNvSpPr txBox="1"/>
          <p:nvPr/>
        </p:nvSpPr>
        <p:spPr>
          <a:xfrm>
            <a:off x="334963" y="328613"/>
            <a:ext cx="10172978" cy="923330"/>
          </a:xfrm>
          <a:prstGeom prst="rect">
            <a:avLst/>
          </a:prstGeom>
          <a:noFill/>
        </p:spPr>
        <p:txBody>
          <a:bodyPr wrap="none">
            <a:spAutoFit/>
          </a:bodyPr>
          <a:lstStyle/>
          <a:p>
            <a:pPr>
              <a:defRPr/>
            </a:pPr>
            <a:r>
              <a:rPr lang="es-ES" sz="5400" b="1" dirty="0" err="1">
                <a:solidFill>
                  <a:schemeClr val="accent4"/>
                </a:solidFill>
                <a:latin typeface="Agency FB" panose="020B0503020202020204" pitchFamily="34" charset="0"/>
              </a:rPr>
              <a:t>Arbol</a:t>
            </a:r>
            <a:r>
              <a:rPr lang="es-ES" sz="5400" b="1" dirty="0">
                <a:solidFill>
                  <a:schemeClr val="accent4"/>
                </a:solidFill>
                <a:latin typeface="Agency FB" panose="020B0503020202020204" pitchFamily="34" charset="0"/>
              </a:rPr>
              <a:t> Binario de Búsqueda – Máximo Valor</a:t>
            </a:r>
            <a:endParaRPr lang="es-AR" sz="5400" b="1" dirty="0">
              <a:solidFill>
                <a:schemeClr val="accent4"/>
              </a:solidFill>
              <a:latin typeface="Agency FB" panose="020B0503020202020204" pitchFamily="34" charset="0"/>
            </a:endParaRPr>
          </a:p>
        </p:txBody>
      </p:sp>
      <p:sp>
        <p:nvSpPr>
          <p:cNvPr id="30724" name="Google Shape;342;p24">
            <a:extLst>
              <a:ext uri="{FF2B5EF4-FFF2-40B4-BE49-F238E27FC236}">
                <a16:creationId xmlns:a16="http://schemas.microsoft.com/office/drawing/2014/main" id="{A26D59D5-34CB-18EA-E445-8E7840BB9720}"/>
              </a:ext>
            </a:extLst>
          </p:cNvPr>
          <p:cNvSpPr txBox="1">
            <a:spLocks noChangeArrowheads="1"/>
          </p:cNvSpPr>
          <p:nvPr/>
        </p:nvSpPr>
        <p:spPr bwMode="auto">
          <a:xfrm>
            <a:off x="282575" y="1703388"/>
            <a:ext cx="9701213" cy="489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25" rIns="92075" bIns="46025"/>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nSpc>
                <a:spcPct val="90000"/>
              </a:lnSpc>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Procedure </a:t>
            </a:r>
            <a:r>
              <a:rPr lang="en-US" altLang="es-AR" sz="2600" b="1" dirty="0" err="1">
                <a:solidFill>
                  <a:srgbClr val="FF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maximo</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6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a:arbol</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var </a:t>
            </a:r>
            <a:r>
              <a:rPr lang="en-US" altLang="es-AR" sz="26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max:integer</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endParaRPr lang="es-AR" altLang="es-AR" sz="2600" dirty="0">
              <a:solidFill>
                <a:srgbClr val="000000"/>
              </a:solidFill>
              <a:latin typeface="Consolas" panose="020B0609020204030204" pitchFamily="49" charset="0"/>
              <a:cs typeface="Arial" panose="020B0604020202020204" pitchFamily="34" charset="0"/>
              <a:sym typeface="Arial" panose="020B0604020202020204" pitchFamily="34" charset="0"/>
            </a:endParaRP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begin</a:t>
            </a: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if </a:t>
            </a:r>
            <a:r>
              <a:rPr lang="en-US" altLang="es-AR" sz="26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 &lt;&gt; nil)</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then  </a:t>
            </a: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begin</a:t>
            </a: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if (a^.</a:t>
            </a:r>
            <a:r>
              <a:rPr lang="en-US" altLang="es-AR" sz="26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dato</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&gt;= max) then max:= a^.</a:t>
            </a:r>
            <a:r>
              <a:rPr lang="en-US" altLang="es-AR" sz="26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dato</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600" b="1" dirty="0" err="1">
                <a:solidFill>
                  <a:srgbClr val="FF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maximo</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a:t>
            </a:r>
            <a:r>
              <a:rPr lang="en-US" altLang="es-AR" sz="26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HI,max</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600" b="1" dirty="0" err="1">
                <a:solidFill>
                  <a:srgbClr val="FF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maximo</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a:t>
            </a:r>
            <a:r>
              <a:rPr lang="en-US" altLang="es-AR" sz="26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HD,max</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end;</a:t>
            </a: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end;</a:t>
            </a:r>
          </a:p>
        </p:txBody>
      </p:sp>
      <p:sp>
        <p:nvSpPr>
          <p:cNvPr id="2" name="6 CuadroTexto">
            <a:extLst>
              <a:ext uri="{FF2B5EF4-FFF2-40B4-BE49-F238E27FC236}">
                <a16:creationId xmlns:a16="http://schemas.microsoft.com/office/drawing/2014/main" id="{0A44921C-4CDC-14A3-772F-4D51DCBC2D8A}"/>
              </a:ext>
            </a:extLst>
          </p:cNvPr>
          <p:cNvSpPr txBox="1"/>
          <p:nvPr/>
        </p:nvSpPr>
        <p:spPr bwMode="auto">
          <a:xfrm>
            <a:off x="8327728" y="5039668"/>
            <a:ext cx="3312120" cy="1200150"/>
          </a:xfrm>
          <a:prstGeom prst="rect">
            <a:avLst/>
          </a:prstGeom>
          <a:noFill/>
          <a:ln w="38100">
            <a:solidFill>
              <a:schemeClr val="bg1"/>
            </a:solidFill>
          </a:ln>
        </p:spPr>
        <p:style>
          <a:lnRef idx="1">
            <a:schemeClr val="accent4"/>
          </a:lnRef>
          <a:fillRef idx="2">
            <a:schemeClr val="accent4"/>
          </a:fillRef>
          <a:effectRef idx="1">
            <a:schemeClr val="accent4"/>
          </a:effectRef>
          <a:fontRef idx="minor">
            <a:schemeClr val="dk1"/>
          </a:fontRef>
        </p:style>
        <p:txBody>
          <a:bodyPr wrap="square">
            <a:spAutoFit/>
          </a:bodyPr>
          <a:lstStyle/>
          <a:p>
            <a:pPr algn="ctr" eaLnBrk="1" hangingPunct="1">
              <a:buClr>
                <a:srgbClr val="FFCC66"/>
              </a:buClr>
              <a:defRPr/>
            </a:pPr>
            <a:r>
              <a:rPr lang="es-ES_tradnl" sz="3600" dirty="0">
                <a:latin typeface="Agency FB" panose="020B0503020202020204" pitchFamily="34" charset="0"/>
              </a:rPr>
              <a:t>Cuál es el problema de esta solución?</a:t>
            </a:r>
          </a:p>
        </p:txBody>
      </p:sp>
      <p:sp>
        <p:nvSpPr>
          <p:cNvPr id="3" name="Signo de multiplicación 2">
            <a:extLst>
              <a:ext uri="{FF2B5EF4-FFF2-40B4-BE49-F238E27FC236}">
                <a16:creationId xmlns:a16="http://schemas.microsoft.com/office/drawing/2014/main" id="{E554C911-E1A3-B586-09E0-B86CB3DA5794}"/>
              </a:ext>
            </a:extLst>
          </p:cNvPr>
          <p:cNvSpPr/>
          <p:nvPr/>
        </p:nvSpPr>
        <p:spPr>
          <a:xfrm>
            <a:off x="9274733" y="4149080"/>
            <a:ext cx="1418109" cy="1200150"/>
          </a:xfrm>
          <a:prstGeom prst="mathMultiply">
            <a:avLst/>
          </a:prstGeom>
          <a:solidFill>
            <a:srgbClr val="FF0000"/>
          </a:solidFill>
          <a:ln w="571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Tree>
    <p:extLst>
      <p:ext uri="{BB962C8B-B14F-4D97-AF65-F5344CB8AC3E}">
        <p14:creationId xmlns:p14="http://schemas.microsoft.com/office/powerpoint/2010/main" val="470479907"/>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0724"/>
                                        </p:tgtEl>
                                        <p:attrNameLst>
                                          <p:attrName>style.visibility</p:attrName>
                                        </p:attrNameLst>
                                      </p:cBhvr>
                                      <p:to>
                                        <p:strVal val="visible"/>
                                      </p:to>
                                    </p:set>
                                    <p:animEffect transition="in" filter="wipe(up)">
                                      <p:cBhvr>
                                        <p:cTn id="7" dur="2000"/>
                                        <p:tgtEl>
                                          <p:spTgt spid="3072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72357-D6D2-A89F-C8E4-6D40747FC426}"/>
            </a:ext>
          </a:extLst>
        </p:cNvPr>
        <p:cNvGrpSpPr/>
        <p:nvPr/>
      </p:nvGrpSpPr>
      <p:grpSpPr>
        <a:xfrm>
          <a:off x="0" y="0"/>
          <a:ext cx="0" cy="0"/>
          <a:chOff x="0" y="0"/>
          <a:chExt cx="0" cy="0"/>
        </a:xfrm>
      </p:grpSpPr>
      <p:sp>
        <p:nvSpPr>
          <p:cNvPr id="5" name="Rectángulo: esquinas diagonales redondeadas 4">
            <a:extLst>
              <a:ext uri="{FF2B5EF4-FFF2-40B4-BE49-F238E27FC236}">
                <a16:creationId xmlns:a16="http://schemas.microsoft.com/office/drawing/2014/main" id="{26B1D183-EEA3-01AE-655A-31F562C24F34}"/>
              </a:ext>
            </a:extLst>
          </p:cNvPr>
          <p:cNvSpPr/>
          <p:nvPr/>
        </p:nvSpPr>
        <p:spPr>
          <a:xfrm>
            <a:off x="263525" y="260350"/>
            <a:ext cx="11664950" cy="1152525"/>
          </a:xfrm>
          <a:prstGeom prst="round2Diag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6" name="CuadroTexto 5">
            <a:extLst>
              <a:ext uri="{FF2B5EF4-FFF2-40B4-BE49-F238E27FC236}">
                <a16:creationId xmlns:a16="http://schemas.microsoft.com/office/drawing/2014/main" id="{8B7AB90B-E403-5C02-A8AD-5080224298EB}"/>
              </a:ext>
            </a:extLst>
          </p:cNvPr>
          <p:cNvSpPr txBox="1"/>
          <p:nvPr/>
        </p:nvSpPr>
        <p:spPr>
          <a:xfrm>
            <a:off x="334963" y="328613"/>
            <a:ext cx="10134506" cy="923330"/>
          </a:xfrm>
          <a:prstGeom prst="rect">
            <a:avLst/>
          </a:prstGeom>
          <a:noFill/>
        </p:spPr>
        <p:txBody>
          <a:bodyPr wrap="none">
            <a:spAutoFit/>
          </a:bodyPr>
          <a:lstStyle/>
          <a:p>
            <a:pPr>
              <a:defRPr/>
            </a:pPr>
            <a:r>
              <a:rPr lang="es-ES" sz="5400" b="1" dirty="0" err="1">
                <a:solidFill>
                  <a:schemeClr val="accent4"/>
                </a:solidFill>
                <a:latin typeface="Agency FB" panose="020B0503020202020204" pitchFamily="34" charset="0"/>
              </a:rPr>
              <a:t>Arbol</a:t>
            </a:r>
            <a:r>
              <a:rPr lang="es-ES" sz="5400" b="1" dirty="0">
                <a:solidFill>
                  <a:schemeClr val="accent4"/>
                </a:solidFill>
                <a:latin typeface="Agency FB" panose="020B0503020202020204" pitchFamily="34" charset="0"/>
              </a:rPr>
              <a:t> Binario de Búsqueda – </a:t>
            </a:r>
            <a:r>
              <a:rPr lang="es-ES" sz="5400" b="1" dirty="0" err="1">
                <a:solidFill>
                  <a:schemeClr val="accent4"/>
                </a:solidFill>
                <a:latin typeface="Agency FB" panose="020B0503020202020204" pitchFamily="34" charset="0"/>
              </a:rPr>
              <a:t>Maximo</a:t>
            </a:r>
            <a:r>
              <a:rPr lang="es-ES" sz="5400" b="1" dirty="0">
                <a:solidFill>
                  <a:schemeClr val="accent4"/>
                </a:solidFill>
                <a:latin typeface="Agency FB" panose="020B0503020202020204" pitchFamily="34" charset="0"/>
              </a:rPr>
              <a:t> valor</a:t>
            </a:r>
            <a:endParaRPr lang="es-AR" sz="5400" b="1" dirty="0">
              <a:solidFill>
                <a:schemeClr val="accent4"/>
              </a:solidFill>
              <a:latin typeface="Agency FB" panose="020B0503020202020204" pitchFamily="34" charset="0"/>
            </a:endParaRPr>
          </a:p>
        </p:txBody>
      </p:sp>
      <p:sp>
        <p:nvSpPr>
          <p:cNvPr id="30724" name="Google Shape;342;p24">
            <a:extLst>
              <a:ext uri="{FF2B5EF4-FFF2-40B4-BE49-F238E27FC236}">
                <a16:creationId xmlns:a16="http://schemas.microsoft.com/office/drawing/2014/main" id="{E4AC5913-E91F-5BAF-B996-32A78367C18E}"/>
              </a:ext>
            </a:extLst>
          </p:cNvPr>
          <p:cNvSpPr txBox="1">
            <a:spLocks noChangeArrowheads="1"/>
          </p:cNvSpPr>
          <p:nvPr/>
        </p:nvSpPr>
        <p:spPr bwMode="auto">
          <a:xfrm>
            <a:off x="282575" y="1703388"/>
            <a:ext cx="9701213" cy="489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25" rIns="92075" bIns="46025"/>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nSpc>
                <a:spcPct val="90000"/>
              </a:lnSpc>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Procedure </a:t>
            </a:r>
            <a:r>
              <a:rPr lang="en-US" altLang="es-AR" sz="2600" b="1" dirty="0" err="1">
                <a:solidFill>
                  <a:srgbClr val="FF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maximo</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t>
            </a:r>
            <a:r>
              <a:rPr lang="en-US" altLang="es-AR" sz="26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a:arbol</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var </a:t>
            </a:r>
            <a:r>
              <a:rPr lang="en-US" altLang="es-AR" sz="26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max:integer</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endParaRPr lang="es-AR" altLang="es-AR" sz="2600" dirty="0">
              <a:solidFill>
                <a:srgbClr val="000000"/>
              </a:solidFill>
              <a:latin typeface="Consolas" panose="020B0609020204030204" pitchFamily="49" charset="0"/>
              <a:cs typeface="Arial" panose="020B0604020202020204" pitchFamily="34" charset="0"/>
              <a:sym typeface="Arial" panose="020B0604020202020204" pitchFamily="34" charset="0"/>
            </a:endParaRP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begin</a:t>
            </a: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if </a:t>
            </a:r>
            <a:r>
              <a:rPr lang="en-US" altLang="es-AR" sz="2600" b="1"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 &lt;&gt; nil)</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then  </a:t>
            </a: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begin</a:t>
            </a: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if (</a:t>
            </a:r>
            <a:r>
              <a:rPr lang="en-US" altLang="es-AR" sz="26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a^.HD</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 nil) then max:= a^.</a:t>
            </a:r>
            <a:r>
              <a:rPr lang="en-US" altLang="es-AR" sz="26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dato</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else </a:t>
            </a:r>
            <a:r>
              <a:rPr lang="en-US" altLang="es-AR" sz="2600" b="1" dirty="0" err="1">
                <a:solidFill>
                  <a:srgbClr val="FF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maximo</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(a^.</a:t>
            </a:r>
            <a:r>
              <a:rPr lang="en-US" altLang="es-AR" sz="2600" dirty="0" err="1">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HD,max</a:t>
            </a: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a:t>
            </a:r>
          </a:p>
          <a:p>
            <a:pPr>
              <a:lnSpc>
                <a:spcPct val="90000"/>
              </a:lnSpc>
              <a:spcBef>
                <a:spcPts val="1000"/>
              </a:spcBef>
              <a:buClr>
                <a:srgbClr val="000000"/>
              </a:buClr>
              <a:buSzPts val="2200"/>
              <a:buFont typeface="Consolas" panose="020B0609020204030204" pitchFamily="49" charset="0"/>
              <a:buNone/>
            </a:pPr>
            <a:r>
              <a:rPr lang="en-US" altLang="es-AR" sz="2600" dirty="0">
                <a:solidFill>
                  <a:srgbClr val="000000"/>
                </a:solidFill>
                <a:latin typeface="Consolas" panose="020B0609020204030204" pitchFamily="49" charset="0"/>
                <a:ea typeface="Consolas" panose="020B0609020204030204" pitchFamily="49" charset="0"/>
                <a:cs typeface="Consolas" panose="020B0609020204030204" pitchFamily="49" charset="0"/>
                <a:sym typeface="Consolas" panose="020B0609020204030204" pitchFamily="49" charset="0"/>
              </a:rPr>
              <a:t> end;</a:t>
            </a:r>
          </a:p>
        </p:txBody>
      </p:sp>
      <p:sp>
        <p:nvSpPr>
          <p:cNvPr id="2" name="6 CuadroTexto">
            <a:extLst>
              <a:ext uri="{FF2B5EF4-FFF2-40B4-BE49-F238E27FC236}">
                <a16:creationId xmlns:a16="http://schemas.microsoft.com/office/drawing/2014/main" id="{67BC47B6-E4B7-634A-9B0B-EF3E55515681}"/>
              </a:ext>
            </a:extLst>
          </p:cNvPr>
          <p:cNvSpPr txBox="1"/>
          <p:nvPr/>
        </p:nvSpPr>
        <p:spPr bwMode="auto">
          <a:xfrm>
            <a:off x="8400256" y="5304526"/>
            <a:ext cx="3312120" cy="1200329"/>
          </a:xfrm>
          <a:prstGeom prst="rect">
            <a:avLst/>
          </a:prstGeom>
          <a:noFill/>
          <a:ln w="38100">
            <a:solidFill>
              <a:schemeClr val="bg1"/>
            </a:solidFill>
          </a:ln>
        </p:spPr>
        <p:style>
          <a:lnRef idx="1">
            <a:schemeClr val="accent4"/>
          </a:lnRef>
          <a:fillRef idx="2">
            <a:schemeClr val="accent4"/>
          </a:fillRef>
          <a:effectRef idx="1">
            <a:schemeClr val="accent4"/>
          </a:effectRef>
          <a:fontRef idx="minor">
            <a:schemeClr val="dk1"/>
          </a:fontRef>
        </p:style>
        <p:txBody>
          <a:bodyPr wrap="square">
            <a:spAutoFit/>
          </a:bodyPr>
          <a:lstStyle/>
          <a:p>
            <a:pPr algn="ctr" eaLnBrk="1" hangingPunct="1">
              <a:buClr>
                <a:srgbClr val="FFCC66"/>
              </a:buClr>
              <a:defRPr/>
            </a:pPr>
            <a:r>
              <a:rPr lang="es-ES_tradnl" sz="3600" dirty="0">
                <a:latin typeface="Agency FB" panose="020B0503020202020204" pitchFamily="34" charset="0"/>
              </a:rPr>
              <a:t>Lo podemos hacer con un función?</a:t>
            </a:r>
          </a:p>
        </p:txBody>
      </p:sp>
    </p:spTree>
    <p:extLst>
      <p:ext uri="{BB962C8B-B14F-4D97-AF65-F5344CB8AC3E}">
        <p14:creationId xmlns:p14="http://schemas.microsoft.com/office/powerpoint/2010/main" val="2178330214"/>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0724"/>
                                        </p:tgtEl>
                                        <p:attrNameLst>
                                          <p:attrName>style.visibility</p:attrName>
                                        </p:attrNameLst>
                                      </p:cBhvr>
                                      <p:to>
                                        <p:strVal val="visible"/>
                                      </p:to>
                                    </p:set>
                                    <p:animEffect transition="in" filter="wipe(up)">
                                      <p:cBhvr>
                                        <p:cTn id="7" dur="2000"/>
                                        <p:tgtEl>
                                          <p:spTgt spid="3072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esquinas diagonales redondeadas 4">
            <a:extLst>
              <a:ext uri="{FF2B5EF4-FFF2-40B4-BE49-F238E27FC236}">
                <a16:creationId xmlns:a16="http://schemas.microsoft.com/office/drawing/2014/main" id="{27558942-E98E-97C0-37CD-ACCE04BF92DA}"/>
              </a:ext>
            </a:extLst>
          </p:cNvPr>
          <p:cNvSpPr/>
          <p:nvPr/>
        </p:nvSpPr>
        <p:spPr>
          <a:xfrm>
            <a:off x="263525" y="115888"/>
            <a:ext cx="11664950" cy="1152525"/>
          </a:xfrm>
          <a:prstGeom prst="round2Diag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6" name="CuadroTexto 5">
            <a:extLst>
              <a:ext uri="{FF2B5EF4-FFF2-40B4-BE49-F238E27FC236}">
                <a16:creationId xmlns:a16="http://schemas.microsoft.com/office/drawing/2014/main" id="{3913B5CB-5E3D-6F78-5B67-5A2C33C5F90F}"/>
              </a:ext>
            </a:extLst>
          </p:cNvPr>
          <p:cNvSpPr txBox="1"/>
          <p:nvPr/>
        </p:nvSpPr>
        <p:spPr>
          <a:xfrm>
            <a:off x="263525" y="184150"/>
            <a:ext cx="5809604" cy="1015663"/>
          </a:xfrm>
          <a:prstGeom prst="rect">
            <a:avLst/>
          </a:prstGeom>
          <a:noFill/>
        </p:spPr>
        <p:txBody>
          <a:bodyPr wrap="none">
            <a:spAutoFit/>
          </a:bodyPr>
          <a:lstStyle/>
          <a:p>
            <a:pPr>
              <a:defRPr/>
            </a:pPr>
            <a:r>
              <a:rPr lang="es-ES" sz="6000" b="1" dirty="0">
                <a:solidFill>
                  <a:schemeClr val="accent4"/>
                </a:solidFill>
                <a:latin typeface="Agency FB" panose="020B0503020202020204" pitchFamily="34" charset="0"/>
              </a:rPr>
              <a:t>ABB - CONCLUSIONES</a:t>
            </a:r>
            <a:endParaRPr lang="es-AR" sz="6000" b="1" dirty="0">
              <a:solidFill>
                <a:schemeClr val="accent4"/>
              </a:solidFill>
              <a:latin typeface="Agency FB" panose="020B0503020202020204" pitchFamily="34" charset="0"/>
            </a:endParaRPr>
          </a:p>
        </p:txBody>
      </p:sp>
      <p:sp>
        <p:nvSpPr>
          <p:cNvPr id="11" name="6 CuadroTexto">
            <a:extLst>
              <a:ext uri="{FF2B5EF4-FFF2-40B4-BE49-F238E27FC236}">
                <a16:creationId xmlns:a16="http://schemas.microsoft.com/office/drawing/2014/main" id="{4E4F8A67-43C4-2983-F841-29C5A81DAADF}"/>
              </a:ext>
            </a:extLst>
          </p:cNvPr>
          <p:cNvSpPr txBox="1"/>
          <p:nvPr/>
        </p:nvSpPr>
        <p:spPr bwMode="auto">
          <a:xfrm>
            <a:off x="1219200" y="1412875"/>
            <a:ext cx="10612438" cy="2400657"/>
          </a:xfrm>
          <a:prstGeom prst="rect">
            <a:avLst/>
          </a:prstGeom>
          <a:noFill/>
          <a:ln w="38100">
            <a:solidFill>
              <a:schemeClr val="bg1"/>
            </a:solidFill>
          </a:ln>
        </p:spPr>
        <p:style>
          <a:lnRef idx="1">
            <a:schemeClr val="accent4"/>
          </a:lnRef>
          <a:fillRef idx="2">
            <a:schemeClr val="accent4"/>
          </a:fillRef>
          <a:effectRef idx="1">
            <a:schemeClr val="accent4"/>
          </a:effectRef>
          <a:fontRef idx="minor">
            <a:schemeClr val="dk1"/>
          </a:fontRef>
        </p:style>
        <p:txBody>
          <a:bodyPr>
            <a:spAutoFit/>
          </a:bodyPr>
          <a:lstStyle/>
          <a:p>
            <a:pPr algn="just" eaLnBrk="1" hangingPunct="1">
              <a:buClr>
                <a:srgbClr val="FFCC66"/>
              </a:buClr>
              <a:defRPr/>
            </a:pPr>
            <a:r>
              <a:rPr lang="es-ES" sz="3000" dirty="0">
                <a:latin typeface="Agency FB" panose="020B0503020202020204" pitchFamily="34" charset="0"/>
              </a:rPr>
              <a:t>Los arboles binarios de búsqueda ABB cuando la búsqueda se hace en relación al orden de los datos son la estructura dinámica más eficiente para la búsqueda que otras estructuras vistas. </a:t>
            </a:r>
          </a:p>
          <a:p>
            <a:pPr algn="just" eaLnBrk="1" hangingPunct="1">
              <a:buClr>
                <a:srgbClr val="FFCC66"/>
              </a:buClr>
              <a:defRPr/>
            </a:pPr>
            <a:endParaRPr lang="es-ES" sz="3000" dirty="0">
              <a:latin typeface="Agency FB" panose="020B0503020202020204" pitchFamily="34" charset="0"/>
            </a:endParaRPr>
          </a:p>
          <a:p>
            <a:pPr algn="just" eaLnBrk="1" hangingPunct="1">
              <a:buClr>
                <a:srgbClr val="FFCC66"/>
              </a:buClr>
              <a:defRPr/>
            </a:pPr>
            <a:r>
              <a:rPr lang="es-ES" sz="3000" dirty="0">
                <a:latin typeface="Agency FB" panose="020B0503020202020204" pitchFamily="34" charset="0"/>
              </a:rPr>
              <a:t>Es incorrecto realizar cualquier recorrido en un ABB si puedo aprovechar su orden.</a:t>
            </a:r>
            <a:endParaRPr lang="es-ES_tradnl" sz="3000" dirty="0">
              <a:latin typeface="Agency FB" panose="020B0503020202020204" pitchFamily="34" charset="0"/>
            </a:endParaRPr>
          </a:p>
        </p:txBody>
      </p:sp>
      <p:sp>
        <p:nvSpPr>
          <p:cNvPr id="15" name="6 CuadroTexto">
            <a:extLst>
              <a:ext uri="{FF2B5EF4-FFF2-40B4-BE49-F238E27FC236}">
                <a16:creationId xmlns:a16="http://schemas.microsoft.com/office/drawing/2014/main" id="{6F9852ED-70A1-C850-B74F-4F3B8CF9D8D1}"/>
              </a:ext>
            </a:extLst>
          </p:cNvPr>
          <p:cNvSpPr txBox="1"/>
          <p:nvPr/>
        </p:nvSpPr>
        <p:spPr bwMode="auto">
          <a:xfrm>
            <a:off x="1254125" y="3829050"/>
            <a:ext cx="10629900" cy="1938992"/>
          </a:xfrm>
          <a:prstGeom prst="rect">
            <a:avLst/>
          </a:prstGeom>
          <a:noFill/>
          <a:ln w="38100">
            <a:solidFill>
              <a:schemeClr val="bg1"/>
            </a:solidFill>
          </a:ln>
        </p:spPr>
        <p:style>
          <a:lnRef idx="1">
            <a:schemeClr val="accent4"/>
          </a:lnRef>
          <a:fillRef idx="2">
            <a:schemeClr val="accent4"/>
          </a:fillRef>
          <a:effectRef idx="1">
            <a:schemeClr val="accent4"/>
          </a:effectRef>
          <a:fontRef idx="minor">
            <a:schemeClr val="dk1"/>
          </a:fontRef>
        </p:style>
        <p:txBody>
          <a:bodyPr>
            <a:spAutoFit/>
          </a:bodyPr>
          <a:lstStyle/>
          <a:p>
            <a:pPr algn="just" eaLnBrk="1" hangingPunct="1">
              <a:buClr>
                <a:srgbClr val="FFCC66"/>
              </a:buClr>
              <a:defRPr/>
            </a:pPr>
            <a:r>
              <a:rPr lang="es-ES" sz="3000" dirty="0">
                <a:latin typeface="Agency FB" panose="020B0503020202020204" pitchFamily="34" charset="0"/>
              </a:rPr>
              <a:t>Los algoritmos vistos pueden modificarse para contar las ocurrencias de un valor, contar las ocurrencias dentro de un rango de valores.</a:t>
            </a:r>
          </a:p>
          <a:p>
            <a:pPr algn="just" eaLnBrk="1" hangingPunct="1">
              <a:buClr>
                <a:srgbClr val="FFCC66"/>
              </a:buClr>
              <a:defRPr/>
            </a:pPr>
            <a:endParaRPr lang="es-ES" sz="3000" dirty="0">
              <a:latin typeface="Agency FB" panose="020B0503020202020204" pitchFamily="34" charset="0"/>
            </a:endParaRPr>
          </a:p>
          <a:p>
            <a:pPr algn="just" eaLnBrk="1" hangingPunct="1">
              <a:buClr>
                <a:srgbClr val="FFCC66"/>
              </a:buClr>
              <a:defRPr/>
            </a:pPr>
            <a:r>
              <a:rPr lang="es-ES" sz="3000" dirty="0">
                <a:latin typeface="Agency FB" panose="020B0503020202020204" pitchFamily="34" charset="0"/>
              </a:rPr>
              <a:t>Encontrar el elemento mínimo del árbol.</a:t>
            </a:r>
          </a:p>
        </p:txBody>
      </p:sp>
      <p:sp>
        <p:nvSpPr>
          <p:cNvPr id="18" name="Flecha: a la derecha 17">
            <a:extLst>
              <a:ext uri="{FF2B5EF4-FFF2-40B4-BE49-F238E27FC236}">
                <a16:creationId xmlns:a16="http://schemas.microsoft.com/office/drawing/2014/main" id="{FAC82DB8-064D-FB5A-AECC-B08D63DCECC4}"/>
              </a:ext>
            </a:extLst>
          </p:cNvPr>
          <p:cNvSpPr/>
          <p:nvPr/>
        </p:nvSpPr>
        <p:spPr bwMode="auto">
          <a:xfrm>
            <a:off x="479425" y="1484313"/>
            <a:ext cx="503238" cy="576262"/>
          </a:xfrm>
          <a:prstGeom prst="rightArrow">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AR"/>
          </a:p>
        </p:txBody>
      </p:sp>
      <p:grpSp>
        <p:nvGrpSpPr>
          <p:cNvPr id="2" name="Grupo 1">
            <a:extLst>
              <a:ext uri="{FF2B5EF4-FFF2-40B4-BE49-F238E27FC236}">
                <a16:creationId xmlns:a16="http://schemas.microsoft.com/office/drawing/2014/main" id="{636B5332-E177-C3C8-3CCF-E6A2C5C515D9}"/>
              </a:ext>
            </a:extLst>
          </p:cNvPr>
          <p:cNvGrpSpPr>
            <a:grpSpLocks/>
          </p:cNvGrpSpPr>
          <p:nvPr/>
        </p:nvGrpSpPr>
        <p:grpSpPr bwMode="auto">
          <a:xfrm>
            <a:off x="479425" y="5981700"/>
            <a:ext cx="3311525" cy="727075"/>
            <a:chOff x="290512" y="1484784"/>
            <a:chExt cx="4869384" cy="852487"/>
          </a:xfrm>
        </p:grpSpPr>
        <p:sp>
          <p:nvSpPr>
            <p:cNvPr id="3" name="Rectángulo 2">
              <a:extLst>
                <a:ext uri="{FF2B5EF4-FFF2-40B4-BE49-F238E27FC236}">
                  <a16:creationId xmlns:a16="http://schemas.microsoft.com/office/drawing/2014/main" id="{3210A40F-4D7C-C71D-5D59-00BEE7AA8162}"/>
                </a:ext>
              </a:extLst>
            </p:cNvPr>
            <p:cNvSpPr/>
            <p:nvPr/>
          </p:nvSpPr>
          <p:spPr bwMode="auto">
            <a:xfrm>
              <a:off x="290512" y="1484784"/>
              <a:ext cx="4869384" cy="852487"/>
            </a:xfrm>
            <a:prstGeom prst="rect">
              <a:avLst/>
            </a:prstGeom>
            <a:ln w="57150">
              <a:solidFill>
                <a:schemeClr val="tx1">
                  <a:lumMod val="50000"/>
                  <a:lumOff val="50000"/>
                </a:schemeClr>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es-AR">
                <a:ln w="57150">
                  <a:solidFill>
                    <a:schemeClr val="tx1">
                      <a:lumMod val="65000"/>
                      <a:lumOff val="35000"/>
                    </a:schemeClr>
                  </a:solidFill>
                </a:ln>
              </a:endParaRPr>
            </a:p>
          </p:txBody>
        </p:sp>
        <p:sp>
          <p:nvSpPr>
            <p:cNvPr id="4" name="6 CuadroTexto">
              <a:extLst>
                <a:ext uri="{FF2B5EF4-FFF2-40B4-BE49-F238E27FC236}">
                  <a16:creationId xmlns:a16="http://schemas.microsoft.com/office/drawing/2014/main" id="{AF6F9192-9C40-F250-6A1B-B6B53BE213D6}"/>
                </a:ext>
              </a:extLst>
            </p:cNvPr>
            <p:cNvSpPr txBox="1"/>
            <p:nvPr/>
          </p:nvSpPr>
          <p:spPr bwMode="auto">
            <a:xfrm>
              <a:off x="607979" y="1546208"/>
              <a:ext cx="4176093" cy="675661"/>
            </a:xfrm>
            <a:prstGeom prst="rect">
              <a:avLst/>
            </a:prstGeom>
            <a:noFill/>
            <a:ln w="38100">
              <a:solidFill>
                <a:schemeClr val="bg1"/>
              </a:solidFill>
            </a:ln>
          </p:spPr>
          <p:style>
            <a:lnRef idx="1">
              <a:schemeClr val="accent4"/>
            </a:lnRef>
            <a:fillRef idx="2">
              <a:schemeClr val="accent4"/>
            </a:fillRef>
            <a:effectRef idx="1">
              <a:schemeClr val="accent4"/>
            </a:effectRef>
            <a:fontRef idx="minor">
              <a:schemeClr val="dk1"/>
            </a:fontRef>
          </p:style>
          <p:txBody>
            <a:bodyPr>
              <a:spAutoFit/>
            </a:bodyPr>
            <a:lstStyle/>
            <a:p>
              <a:pPr algn="ctr" eaLnBrk="1" hangingPunct="1">
                <a:buClr>
                  <a:srgbClr val="FFCC66"/>
                </a:buClr>
                <a:defRPr/>
              </a:pPr>
              <a:r>
                <a:rPr lang="es-ES_tradnl" sz="4000" dirty="0">
                  <a:latin typeface="Agency FB" panose="020B0503020202020204" pitchFamily="34" charset="0"/>
                </a:rPr>
                <a:t>Formulario</a:t>
              </a: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path" presetSubtype="0" accel="50000" decel="50000" fill="hold" grpId="0" nodeType="clickEffect">
                                  <p:stCondLst>
                                    <p:cond delay="0"/>
                                  </p:stCondLst>
                                  <p:childTnLst>
                                    <p:animMotion origin="layout" path="M 4.16667E-6 0.01065 L 4.16667E-6 0.15787 " pathEditMode="relative" rAng="0" ptsTypes="AA">
                                      <p:cBhvr>
                                        <p:cTn id="6" dur="2000" fill="hold"/>
                                        <p:tgtEl>
                                          <p:spTgt spid="18"/>
                                        </p:tgtEl>
                                        <p:attrNameLst>
                                          <p:attrName>ppt_x</p:attrName>
                                          <p:attrName>ppt_y</p:attrName>
                                        </p:attrNameLst>
                                      </p:cBhvr>
                                      <p:rCtr x="0" y="7361"/>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42" presetClass="path" presetSubtype="0" accel="50000" decel="50000" fill="hold" grpId="1" nodeType="clickEffect">
                                  <p:stCondLst>
                                    <p:cond delay="0"/>
                                  </p:stCondLst>
                                  <p:childTnLst>
                                    <p:animMotion origin="layout" path="M 4.16667E-6 0.14723 L 0.00299 0.38866 " pathEditMode="relative" rAng="0" ptsTypes="AA">
                                      <p:cBhvr>
                                        <p:cTn id="10" dur="2000" fill="hold"/>
                                        <p:tgtEl>
                                          <p:spTgt spid="18"/>
                                        </p:tgtEl>
                                        <p:attrNameLst>
                                          <p:attrName>ppt_x</p:attrName>
                                          <p:attrName>ppt_y</p:attrName>
                                        </p:attrNameLst>
                                      </p:cBhvr>
                                      <p:rCtr x="143" y="12060"/>
                                    </p:animMotion>
                                  </p:childTnLst>
                                </p:cTn>
                              </p:par>
                            </p:childTnLst>
                          </p:cTn>
                        </p:par>
                      </p:childTnLst>
                    </p:cTn>
                  </p:par>
                  <p:par>
                    <p:cTn id="11" fill="hold" nodeType="clickPar">
                      <p:stCondLst>
                        <p:cond delay="indefinite"/>
                      </p:stCondLst>
                      <p:childTnLst>
                        <p:par>
                          <p:cTn id="12" fill="hold" nodeType="withGroup">
                            <p:stCondLst>
                              <p:cond delay="0"/>
                            </p:stCondLst>
                            <p:childTnLst>
                              <p:par>
                                <p:cTn id="13" presetID="42"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1000"/>
                                        <p:tgtEl>
                                          <p:spTgt spid="2"/>
                                        </p:tgtEl>
                                      </p:cBhvr>
                                    </p:animEffect>
                                    <p:anim calcmode="lin" valueType="num">
                                      <p:cBhvr>
                                        <p:cTn id="16" dur="1000" fill="hold"/>
                                        <p:tgtEl>
                                          <p:spTgt spid="2"/>
                                        </p:tgtEl>
                                        <p:attrNameLst>
                                          <p:attrName>ppt_x</p:attrName>
                                        </p:attrNameLst>
                                      </p:cBhvr>
                                      <p:tavLst>
                                        <p:tav tm="0">
                                          <p:val>
                                            <p:strVal val="#ppt_x"/>
                                          </p:val>
                                        </p:tav>
                                        <p:tav tm="100000">
                                          <p:val>
                                            <p:strVal val="#ppt_x"/>
                                          </p:val>
                                        </p:tav>
                                      </p:tavLst>
                                    </p:anim>
                                    <p:anim calcmode="lin" valueType="num">
                                      <p:cBhvr>
                                        <p:cTn id="17"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Lst>
  </p:timing>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TM02900688[[fn=Faceta]]</Template>
  <TotalTime>5696</TotalTime>
  <Words>1225</Words>
  <Application>Microsoft Office PowerPoint</Application>
  <PresentationFormat>Panorámica</PresentationFormat>
  <Paragraphs>262</Paragraphs>
  <Slides>15</Slides>
  <Notes>15</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15</vt:i4>
      </vt:variant>
    </vt:vector>
  </HeadingPairs>
  <TitlesOfParts>
    <vt:vector size="24" baseType="lpstr">
      <vt:lpstr>Agency FB</vt:lpstr>
      <vt:lpstr>Arial</vt:lpstr>
      <vt:lpstr>Calibri</vt:lpstr>
      <vt:lpstr>Calibri Light</vt:lpstr>
      <vt:lpstr>Consolas</vt:lpstr>
      <vt:lpstr>Tahoma</vt:lpstr>
      <vt:lpstr>Times New Roman</vt:lpstr>
      <vt:lpstr>Wingdings 2</vt:lpstr>
      <vt:lpstr>HDOfficeLightV0</vt:lpstr>
      <vt:lpstr>TALLER DE  PROGRAMACION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LIDI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Teoría 1</dc:title>
  <dc:creator>Cecilia Verónica Sanz</dc:creator>
  <cp:lastModifiedBy>laurydg75@gmail.com</cp:lastModifiedBy>
  <cp:revision>537</cp:revision>
  <dcterms:created xsi:type="dcterms:W3CDTF">2004-03-08T16:29:06Z</dcterms:created>
  <dcterms:modified xsi:type="dcterms:W3CDTF">2026-08-21T12:04:24Z</dcterms:modified>
</cp:coreProperties>
</file>